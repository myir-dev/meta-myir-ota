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11"/>
  </p:notesMasterIdLst>
  <p:handoutMasterIdLst>
    <p:handoutMasterId r:id="rId12"/>
  </p:handoutMasterIdLst>
  <p:sldIdLst>
    <p:sldId id="262" r:id="rId5"/>
    <p:sldId id="313" r:id="rId6"/>
    <p:sldId id="309" r:id="rId7"/>
    <p:sldId id="314" r:id="rId8"/>
    <p:sldId id="311" r:id="rId9"/>
    <p:sldId id="268" r:id="rId10"/>
  </p:sldIdLst>
  <p:sldSz cx="12192000" cy="6858000"/>
  <p:notesSz cx="6858000" cy="9144000"/>
  <p:custDataLst>
    <p:tags r:id="rId1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8085F78-4B80-80A9-AD0C-EC9BDF48421C}" name="Lionel DEBIEVE" initials="LD" userId="S::lionel.debieve@st.com::06829318-4b5e-4fe9-8145-47865cd60ec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onel DEBIEVE" initials="LD" lastIdx="3" clrIdx="0">
    <p:extLst>
      <p:ext uri="{19B8F6BF-5375-455C-9EA6-DF929625EA0E}">
        <p15:presenceInfo xmlns:p15="http://schemas.microsoft.com/office/powerpoint/2012/main" userId="S::lionel.debieve@st.com::06829318-4b5e-4fe9-8145-47865cd60ecf" providerId="AD"/>
      </p:ext>
    </p:extLst>
  </p:cmAuthor>
  <p:cmAuthor id="2" name="Christophe GUIBOUT" initials="CG" lastIdx="4" clrIdx="1">
    <p:extLst>
      <p:ext uri="{19B8F6BF-5375-455C-9EA6-DF929625EA0E}">
        <p15:presenceInfo xmlns:p15="http://schemas.microsoft.com/office/powerpoint/2012/main" userId="S::christophe.guibout@st.com::1248868a-52d1-480d-b76c-78aa51dc2730" providerId="AD"/>
      </p:ext>
    </p:extLst>
  </p:cmAuthor>
  <p:cmAuthor id="3" name="Loic PALLARDY" initials="LP" lastIdx="8" clrIdx="2">
    <p:extLst>
      <p:ext uri="{19B8F6BF-5375-455C-9EA6-DF929625EA0E}">
        <p15:presenceInfo xmlns:p15="http://schemas.microsoft.com/office/powerpoint/2012/main" userId="S::loic.pallardy@st.com::f0f013f3-aae9-44bf-9853-290acda3a9f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007E"/>
    <a:srgbClr val="F3F3F4"/>
    <a:srgbClr val="E8E8E9"/>
    <a:srgbClr val="F9BFDF"/>
    <a:srgbClr val="F27FBE"/>
    <a:srgbClr val="EC409E"/>
    <a:srgbClr val="03234B"/>
    <a:srgbClr val="A2A2A7"/>
    <a:srgbClr val="464650"/>
    <a:srgbClr val="ADC2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946" y="43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gs" Target="tags/tag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BAD7D1F-CDC0-4CEB-B144-875E3D49D0B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D430F5-9F40-4362-85F4-085C0215E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D1B6A1-BE2E-4772-BBD3-EC3F7BC839DE}" type="datetimeFigureOut">
              <a:rPr lang="fr-FR" smtClean="0">
                <a:latin typeface="Arial" panose="020B0604020202020204" pitchFamily="34" charset="0"/>
              </a:rPr>
              <a:t>01/12/2021</a:t>
            </a:fld>
            <a:endParaRPr lang="fr-FR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58CAE9-B4B7-44A3-A953-AFAD4334211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484FA0-E5C8-40AE-97D6-0626FF9E526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2D576F-E49F-4C4F-A4D0-9A8A130B9A0D}" type="slidenum">
              <a:rPr lang="fr-FR" smtClean="0">
                <a:latin typeface="Arial" panose="020B0604020202020204" pitchFamily="34" charset="0"/>
              </a:rPr>
              <a:t>‹#›</a:t>
            </a:fld>
            <a:endParaRPr lang="fr-F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84617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71C683A4-DA5F-4AC0-B623-C481774958C7}" type="datetimeFigureOut">
              <a:rPr lang="fr-FR" smtClean="0"/>
              <a:pPr/>
              <a:t>01/12/2021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BC58E59B-3326-4FD4-8806-9EAC0DB7D607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2399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4419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FIP partition </a:t>
            </a:r>
            <a:r>
              <a:rPr lang="fr-FR" err="1"/>
              <a:t>contains</a:t>
            </a:r>
            <a:r>
              <a:rPr lang="fr-FR"/>
              <a:t> TF-A BL32 or OPTEE and u-boot</a:t>
            </a:r>
          </a:p>
          <a:p>
            <a:pPr lvl="1"/>
            <a:r>
              <a:rPr lang="fr-FR"/>
              <a:t>Secure services have </a:t>
            </a:r>
            <a:r>
              <a:rPr lang="fr-FR" err="1"/>
              <a:t>some</a:t>
            </a:r>
            <a:r>
              <a:rPr lang="fr-FR"/>
              <a:t> </a:t>
            </a:r>
            <a:r>
              <a:rPr lang="fr-FR" err="1"/>
              <a:t>dependencies</a:t>
            </a:r>
            <a:r>
              <a:rPr lang="fr-FR"/>
              <a:t> </a:t>
            </a:r>
            <a:r>
              <a:rPr lang="fr-FR" err="1"/>
              <a:t>with</a:t>
            </a:r>
            <a:r>
              <a:rPr lang="fr-FR"/>
              <a:t> kernel and </a:t>
            </a:r>
            <a:r>
              <a:rPr lang="fr-FR" err="1"/>
              <a:t>need</a:t>
            </a:r>
            <a:r>
              <a:rPr lang="fr-FR"/>
              <a:t> to </a:t>
            </a:r>
            <a:r>
              <a:rPr lang="fr-FR" err="1"/>
              <a:t>be</a:t>
            </a:r>
            <a:r>
              <a:rPr lang="fr-FR"/>
              <a:t> </a:t>
            </a:r>
            <a:r>
              <a:rPr lang="fr-FR" err="1"/>
              <a:t>updated</a:t>
            </a:r>
            <a:r>
              <a:rPr lang="fr-FR"/>
              <a:t> </a:t>
            </a:r>
            <a:r>
              <a:rPr lang="fr-FR" err="1"/>
              <a:t>together</a:t>
            </a:r>
            <a:endParaRPr lang="fr-FR"/>
          </a:p>
          <a:p>
            <a:r>
              <a:rPr lang="fr-FR"/>
              <a:t>TF-A BL2 </a:t>
            </a:r>
            <a:r>
              <a:rPr lang="fr-FR" err="1"/>
              <a:t>is</a:t>
            </a:r>
            <a:r>
              <a:rPr lang="fr-FR"/>
              <a:t> in charge of DDR init and FIP partition </a:t>
            </a:r>
            <a:r>
              <a:rPr lang="fr-FR" err="1"/>
              <a:t>load</a:t>
            </a:r>
            <a:endParaRPr lang="fr-FR"/>
          </a:p>
          <a:p>
            <a:pPr lvl="1"/>
            <a:r>
              <a:rPr lang="fr-FR"/>
              <a:t>BL2 </a:t>
            </a:r>
            <a:r>
              <a:rPr lang="fr-FR" err="1"/>
              <a:t>doesn’t</a:t>
            </a:r>
            <a:r>
              <a:rPr lang="fr-FR"/>
              <a:t> </a:t>
            </a:r>
            <a:r>
              <a:rPr lang="fr-FR" err="1"/>
              <a:t>contain</a:t>
            </a:r>
            <a:r>
              <a:rPr lang="fr-FR"/>
              <a:t> </a:t>
            </a:r>
            <a:r>
              <a:rPr lang="fr-FR" err="1"/>
              <a:t>feature</a:t>
            </a:r>
            <a:r>
              <a:rPr lang="fr-FR"/>
              <a:t> </a:t>
            </a:r>
            <a:r>
              <a:rPr lang="fr-FR" err="1"/>
              <a:t>that</a:t>
            </a:r>
            <a:r>
              <a:rPr lang="fr-FR"/>
              <a:t> </a:t>
            </a:r>
            <a:r>
              <a:rPr lang="fr-FR" err="1"/>
              <a:t>needs</a:t>
            </a:r>
            <a:r>
              <a:rPr lang="fr-FR"/>
              <a:t> to </a:t>
            </a:r>
            <a:r>
              <a:rPr lang="fr-FR" err="1"/>
              <a:t>be</a:t>
            </a:r>
            <a:r>
              <a:rPr lang="fr-FR"/>
              <a:t> </a:t>
            </a:r>
            <a:r>
              <a:rPr lang="fr-FR" err="1"/>
              <a:t>updated</a:t>
            </a:r>
            <a:endParaRPr lang="fr-FR"/>
          </a:p>
          <a:p>
            <a:pPr lvl="1"/>
            <a:r>
              <a:rPr lang="fr-FR"/>
              <a:t>FOTA </a:t>
            </a:r>
            <a:r>
              <a:rPr lang="fr-FR" err="1"/>
              <a:t>mechanims</a:t>
            </a:r>
            <a:r>
              <a:rPr lang="fr-FR"/>
              <a:t> </a:t>
            </a:r>
            <a:r>
              <a:rPr lang="fr-FR" err="1"/>
              <a:t>will</a:t>
            </a:r>
            <a:r>
              <a:rPr lang="fr-FR"/>
              <a:t> </a:t>
            </a:r>
            <a:r>
              <a:rPr lang="fr-FR" err="1"/>
              <a:t>be</a:t>
            </a:r>
            <a:r>
              <a:rPr lang="fr-FR"/>
              <a:t> </a:t>
            </a:r>
            <a:r>
              <a:rPr lang="fr-FR" err="1"/>
              <a:t>managed</a:t>
            </a:r>
            <a:r>
              <a:rPr lang="fr-FR"/>
              <a:t> </a:t>
            </a:r>
            <a:r>
              <a:rPr lang="fr-FR" err="1"/>
              <a:t>inside</a:t>
            </a:r>
            <a:r>
              <a:rPr lang="fr-FR"/>
              <a:t> BL2</a:t>
            </a:r>
          </a:p>
          <a:p>
            <a:endParaRPr lang="fr-FR"/>
          </a:p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fr-FR" smtClean="0"/>
              <a:pPr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14049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fr-FR" smtClean="0"/>
              <a:pPr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00077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024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hyperlink" Target="http://www.st.com/trademarks" TargetMode="Externa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title">
    <p:bg>
      <p:bgPr>
        <a:solidFill>
          <a:srgbClr val="002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BC7E-853C-4EAC-941C-F7D4C872CE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99" y="2312988"/>
            <a:ext cx="5795963" cy="2702071"/>
          </a:xfrm>
        </p:spPr>
        <p:txBody>
          <a:bodyPr anchor="ctr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F8A67-080E-4CD5-8528-5627C41B2D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99" y="5015060"/>
            <a:ext cx="5795963" cy="1077764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Presenter</a:t>
            </a:r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64B28F-A25E-4825-B94D-B2AD0EA2A9F6}"/>
              </a:ext>
            </a:extLst>
          </p:cNvPr>
          <p:cNvSpPr/>
          <p:nvPr userDrawn="1"/>
        </p:nvSpPr>
        <p:spPr>
          <a:xfrm>
            <a:off x="-228" y="0"/>
            <a:ext cx="43905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20E53B0-4A6F-4EA6-BAD9-3F10842526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25552" y="0"/>
            <a:ext cx="2366448" cy="1824288"/>
          </a:xfrm>
          <a:prstGeom prst="rect">
            <a:avLst/>
          </a:prstGeom>
        </p:spPr>
      </p:pic>
      <p:sp>
        <p:nvSpPr>
          <p:cNvPr id="26" name="Picture Placeholder 14">
            <a:extLst>
              <a:ext uri="{FF2B5EF4-FFF2-40B4-BE49-F238E27FC236}">
                <a16:creationId xmlns:a16="http://schemas.microsoft.com/office/drawing/2014/main" id="{21F7501C-E215-48DE-9901-1589EACC1FF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38828" y="0"/>
            <a:ext cx="6280432" cy="6858000"/>
          </a:xfrm>
          <a:custGeom>
            <a:avLst/>
            <a:gdLst>
              <a:gd name="connsiteX0" fmla="*/ 0 w 6280432"/>
              <a:gd name="connsiteY0" fmla="*/ 0 h 6858000"/>
              <a:gd name="connsiteX1" fmla="*/ 6280432 w 6280432"/>
              <a:gd name="connsiteY1" fmla="*/ 0 h 6858000"/>
              <a:gd name="connsiteX2" fmla="*/ 6280432 w 6280432"/>
              <a:gd name="connsiteY2" fmla="*/ 2281561 h 6858000"/>
              <a:gd name="connsiteX3" fmla="*/ 5466285 w 6280432"/>
              <a:gd name="connsiteY3" fmla="*/ 2281561 h 6858000"/>
              <a:gd name="connsiteX4" fmla="*/ 5466285 w 6280432"/>
              <a:gd name="connsiteY4" fmla="*/ 6858000 h 6858000"/>
              <a:gd name="connsiteX5" fmla="*/ 0 w 628043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80432" h="6858000">
                <a:moveTo>
                  <a:pt x="0" y="0"/>
                </a:moveTo>
                <a:lnTo>
                  <a:pt x="6280432" y="0"/>
                </a:lnTo>
                <a:lnTo>
                  <a:pt x="6280432" y="2281561"/>
                </a:lnTo>
                <a:lnTo>
                  <a:pt x="5466285" y="2281561"/>
                </a:lnTo>
                <a:lnTo>
                  <a:pt x="546628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Drag and drop </a:t>
            </a:r>
            <a:br>
              <a:rPr lang="en-US"/>
            </a:br>
            <a:r>
              <a:rPr lang="en-US"/>
              <a:t>a picture here</a:t>
            </a:r>
          </a:p>
        </p:txBody>
      </p:sp>
    </p:spTree>
    <p:extLst>
      <p:ext uri="{BB962C8B-B14F-4D97-AF65-F5344CB8AC3E}">
        <p14:creationId xmlns:p14="http://schemas.microsoft.com/office/powerpoint/2010/main" val="33571786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16" userDrawn="1">
          <p15:clr>
            <a:srgbClr val="FBAE40"/>
          </p15:clr>
        </p15:guide>
        <p15:guide id="2" pos="7387" userDrawn="1">
          <p15:clr>
            <a:srgbClr val="FBAE40"/>
          </p15:clr>
        </p15:guide>
        <p15:guide id="3" orient="horz" pos="3067" userDrawn="1">
          <p15:clr>
            <a:srgbClr val="FBAE40"/>
          </p15:clr>
        </p15:guide>
        <p15:guide id="4" orient="horz" pos="393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in title without picture">
    <p:bg>
      <p:bgPr>
        <a:solidFill>
          <a:srgbClr val="002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BC7E-853C-4EAC-941C-F7D4C872CE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55701" y="2085976"/>
            <a:ext cx="7807324" cy="2929084"/>
          </a:xfrm>
        </p:spPr>
        <p:txBody>
          <a:bodyPr anchor="ctr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F8A67-080E-4CD5-8528-5627C41B2D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55701" y="5015060"/>
            <a:ext cx="7807324" cy="1077764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Presenter</a:t>
            </a:r>
            <a:endParaRPr lang="fr-FR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2FC3CE6-78BD-44D0-9BE3-1EF21AC5DD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25552" y="0"/>
            <a:ext cx="2366448" cy="1824288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DF7C4B5-15B1-42E4-9F81-B5E59B0C5030}"/>
              </a:ext>
            </a:extLst>
          </p:cNvPr>
          <p:cNvSpPr/>
          <p:nvPr userDrawn="1"/>
        </p:nvSpPr>
        <p:spPr>
          <a:xfrm>
            <a:off x="-228" y="0"/>
            <a:ext cx="1155928" cy="6858000"/>
          </a:xfrm>
          <a:custGeom>
            <a:avLst/>
            <a:gdLst>
              <a:gd name="connsiteX0" fmla="*/ 0 w 1155928"/>
              <a:gd name="connsiteY0" fmla="*/ 0 h 6858000"/>
              <a:gd name="connsiteX1" fmla="*/ 439056 w 1155928"/>
              <a:gd name="connsiteY1" fmla="*/ 0 h 6858000"/>
              <a:gd name="connsiteX2" fmla="*/ 1155928 w 1155928"/>
              <a:gd name="connsiteY2" fmla="*/ 0 h 6858000"/>
              <a:gd name="connsiteX3" fmla="*/ 1155928 w 1155928"/>
              <a:gd name="connsiteY3" fmla="*/ 1714500 h 6858000"/>
              <a:gd name="connsiteX4" fmla="*/ 439056 w 1155928"/>
              <a:gd name="connsiteY4" fmla="*/ 1714500 h 6858000"/>
              <a:gd name="connsiteX5" fmla="*/ 439056 w 1155928"/>
              <a:gd name="connsiteY5" fmla="*/ 6858000 h 6858000"/>
              <a:gd name="connsiteX6" fmla="*/ 0 w 115592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55928" h="6858000">
                <a:moveTo>
                  <a:pt x="0" y="0"/>
                </a:moveTo>
                <a:lnTo>
                  <a:pt x="439056" y="0"/>
                </a:lnTo>
                <a:lnTo>
                  <a:pt x="1155928" y="0"/>
                </a:lnTo>
                <a:lnTo>
                  <a:pt x="1155928" y="1714500"/>
                </a:lnTo>
                <a:lnTo>
                  <a:pt x="439056" y="1714500"/>
                </a:lnTo>
                <a:lnTo>
                  <a:pt x="43905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221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9" userDrawn="1">
          <p15:clr>
            <a:srgbClr val="FBAE40"/>
          </p15:clr>
        </p15:guide>
        <p15:guide id="2" orient="horz" pos="2615" userDrawn="1">
          <p15:clr>
            <a:srgbClr val="FBAE40"/>
          </p15:clr>
        </p15:guide>
        <p15:guide id="3" pos="5196" userDrawn="1">
          <p15:clr>
            <a:srgbClr val="FBAE40"/>
          </p15:clr>
        </p15:guide>
        <p15:guide id="4" pos="610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spcBef>
                <a:spcPts val="1200"/>
              </a:spcBef>
              <a:defRPr/>
            </a:lvl1pPr>
          </a:lstStyle>
          <a:p>
            <a:pPr lvl="0"/>
            <a:r>
              <a:rPr lang="en-US"/>
              <a:t>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EF7C4-3513-40DF-91A6-018C8E9AC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AEA7E-51B5-4CB2-80D5-15820A17CAE3}" type="datetime5">
              <a:rPr lang="en-US" smtClean="0"/>
              <a:t>1-Dec-21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B796A-0B1E-46FA-AC86-9A7803DF8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8E223-380C-4295-85FF-7B9C2423B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42E78-4FE3-4E16-9FB9-64A349BFE3FC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2803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54" userDrawn="1">
          <p15:clr>
            <a:srgbClr val="FBAE40"/>
          </p15:clr>
        </p15:guide>
        <p15:guide id="2" pos="726" userDrawn="1">
          <p15:clr>
            <a:srgbClr val="FBAE40"/>
          </p15:clr>
        </p15:guide>
        <p15:guide id="3" orient="horz" pos="137" userDrawn="1">
          <p15:clr>
            <a:srgbClr val="FBAE40"/>
          </p15:clr>
        </p15:guide>
        <p15:guide id="4" orient="horz" pos="67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19399" y="419894"/>
            <a:ext cx="9372601" cy="1484312"/>
          </a:xfrm>
          <a:solidFill>
            <a:schemeClr val="accent4"/>
          </a:solidFill>
        </p:spPr>
        <p:txBody>
          <a:bodyPr vert="horz" lIns="91440" tIns="45720" rIns="288000" bIns="45720" rtlCol="0" anchor="ctr">
            <a:noAutofit/>
          </a:bodyPr>
          <a:lstStyle>
            <a:lvl1pPr marL="263525" indent="0" algn="l"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010E20D-C2F4-4C57-9379-900BECBE54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1556" y="6094699"/>
            <a:ext cx="990025" cy="763207"/>
          </a:xfrm>
          <a:prstGeom prst="rect">
            <a:avLst/>
          </a:prstGeom>
        </p:spPr>
      </p:pic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3CCF378-34BF-4EE7-87EE-0F21AAF7F20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304925"/>
            <a:ext cx="12192000" cy="5553075"/>
          </a:xfrm>
          <a:custGeom>
            <a:avLst/>
            <a:gdLst>
              <a:gd name="connsiteX0" fmla="*/ 0 w 12192000"/>
              <a:gd name="connsiteY0" fmla="*/ 5552981 h 5553075"/>
              <a:gd name="connsiteX1" fmla="*/ 12192000 w 12192000"/>
              <a:gd name="connsiteY1" fmla="*/ 5552981 h 5553075"/>
              <a:gd name="connsiteX2" fmla="*/ 12192000 w 12192000"/>
              <a:gd name="connsiteY2" fmla="*/ 5553075 h 5553075"/>
              <a:gd name="connsiteX3" fmla="*/ 0 w 12192000"/>
              <a:gd name="connsiteY3" fmla="*/ 5553075 h 5553075"/>
              <a:gd name="connsiteX4" fmla="*/ 0 w 12192000"/>
              <a:gd name="connsiteY4" fmla="*/ 0 h 5553075"/>
              <a:gd name="connsiteX5" fmla="*/ 2819401 w 12192000"/>
              <a:gd name="connsiteY5" fmla="*/ 0 h 5553075"/>
              <a:gd name="connsiteX6" fmla="*/ 2819401 w 12192000"/>
              <a:gd name="connsiteY6" fmla="*/ 599281 h 5553075"/>
              <a:gd name="connsiteX7" fmla="*/ 12192000 w 12192000"/>
              <a:gd name="connsiteY7" fmla="*/ 599281 h 5553075"/>
              <a:gd name="connsiteX8" fmla="*/ 12192000 w 12192000"/>
              <a:gd name="connsiteY8" fmla="*/ 4787900 h 5553075"/>
              <a:gd name="connsiteX9" fmla="*/ 1683657 w 12192000"/>
              <a:gd name="connsiteY9" fmla="*/ 4787900 h 5553075"/>
              <a:gd name="connsiteX10" fmla="*/ 1683657 w 12192000"/>
              <a:gd name="connsiteY10" fmla="*/ 4631418 h 5553075"/>
              <a:gd name="connsiteX11" fmla="*/ 0 w 12192000"/>
              <a:gd name="connsiteY11" fmla="*/ 4631418 h 5553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5553075">
                <a:moveTo>
                  <a:pt x="0" y="5552981"/>
                </a:moveTo>
                <a:lnTo>
                  <a:pt x="12192000" y="5552981"/>
                </a:lnTo>
                <a:lnTo>
                  <a:pt x="12192000" y="5553075"/>
                </a:lnTo>
                <a:lnTo>
                  <a:pt x="0" y="5553075"/>
                </a:lnTo>
                <a:close/>
                <a:moveTo>
                  <a:pt x="0" y="0"/>
                </a:moveTo>
                <a:lnTo>
                  <a:pt x="2819401" y="0"/>
                </a:lnTo>
                <a:lnTo>
                  <a:pt x="2819401" y="599281"/>
                </a:lnTo>
                <a:lnTo>
                  <a:pt x="12192000" y="599281"/>
                </a:lnTo>
                <a:lnTo>
                  <a:pt x="12192000" y="4787900"/>
                </a:lnTo>
                <a:lnTo>
                  <a:pt x="1683657" y="4787900"/>
                </a:lnTo>
                <a:lnTo>
                  <a:pt x="1683657" y="4631418"/>
                </a:lnTo>
                <a:lnTo>
                  <a:pt x="0" y="4631418"/>
                </a:lnTo>
                <a:close/>
              </a:path>
            </a:pathLst>
          </a:custGeom>
          <a:noFill/>
        </p:spPr>
        <p:txBody>
          <a:bodyPr vert="horz" wrap="none" lIns="91440" tIns="45720" rIns="90000" bIns="45720" rtlCol="0" anchor="ctr">
            <a:noAutofit/>
          </a:bodyPr>
          <a:lstStyle>
            <a:lvl1pPr algn="ctr">
              <a:buClr>
                <a:schemeClr val="tx1"/>
              </a:buClr>
              <a:defRPr lang="en-US" baseline="0">
                <a:solidFill>
                  <a:schemeClr val="bg2"/>
                </a:solidFill>
              </a:defRPr>
            </a:lvl1pPr>
          </a:lstStyle>
          <a:p>
            <a:pPr marL="261938" lvl="0" indent="-261938" algn="ctr"/>
            <a:r>
              <a:rPr lang="en-US"/>
              <a:t>Drag and drop a picture here (optional)</a:t>
            </a:r>
          </a:p>
        </p:txBody>
      </p:sp>
    </p:spTree>
    <p:extLst>
      <p:ext uri="{BB962C8B-B14F-4D97-AF65-F5344CB8AC3E}">
        <p14:creationId xmlns:p14="http://schemas.microsoft.com/office/powerpoint/2010/main" val="3678521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00037" y="1484313"/>
            <a:ext cx="5719763" cy="4608512"/>
          </a:xfrm>
        </p:spPr>
        <p:txBody>
          <a:bodyPr/>
          <a:lstStyle>
            <a:lvl1pPr marL="261938" indent="-261938">
              <a:buFont typeface="Arial" panose="020B0604020202020204" pitchFamily="34" charset="0"/>
              <a:buChar char="•"/>
              <a:defRPr/>
            </a:lvl1pPr>
            <a:lvl2pPr marL="536575" indent="-266700">
              <a:buFont typeface="Arial" panose="020B0604020202020204" pitchFamily="34" charset="0"/>
              <a:buChar char="•"/>
              <a:defRPr/>
            </a:lvl2pPr>
            <a:lvl3pPr marL="812800" indent="-273050">
              <a:buFont typeface="Arial" panose="020B0604020202020204" pitchFamily="34" charset="0"/>
              <a:buChar char="•"/>
              <a:defRPr/>
            </a:lvl3pPr>
            <a:lvl4pPr marL="987425" indent="-268288">
              <a:buFont typeface="Arial" panose="020B0604020202020204" pitchFamily="34" charset="0"/>
              <a:buChar char="•"/>
              <a:defRPr/>
            </a:lvl4pPr>
          </a:lstStyle>
          <a:p>
            <a:pPr lvl="0"/>
            <a:r>
              <a:rPr lang="en-US"/>
              <a:t>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00" y="1484313"/>
            <a:ext cx="5720400" cy="46085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788507-3E03-4FB3-A132-78A939782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AEE57-6C7A-4485-90B9-68FD3C018D4D}" type="datetime5">
              <a:rPr lang="en-US" smtClean="0"/>
              <a:t>1-Dec-21</a:t>
            </a:fld>
            <a:endParaRPr lang="fr-FR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9E28F68-9BF2-4E8D-9900-2B961920C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2468ACE-19CE-4D11-BE8C-BF854FA85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42E78-4FE3-4E16-9FB9-64A349BFE3FC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34656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4" userDrawn="1">
          <p15:clr>
            <a:srgbClr val="FBAE40"/>
          </p15:clr>
        </p15:guide>
        <p15:guide id="2" orient="horz" pos="137" userDrawn="1">
          <p15:clr>
            <a:srgbClr val="FBAE40"/>
          </p15:clr>
        </p15:guide>
        <p15:guide id="3" pos="726" userDrawn="1">
          <p15:clr>
            <a:srgbClr val="FBAE40"/>
          </p15:clr>
        </p15:guide>
        <p15:guide id="4" pos="5654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297BAC-5561-499E-BBCB-6D6E1FD7D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B4663-F7A4-4D1C-A9ED-CB0F8B6C7043}" type="datetime5">
              <a:rPr lang="en-US" smtClean="0"/>
              <a:t>1-Dec-21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25733-58EA-4C07-864D-B4CB76D0D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75373-7992-498D-9AB1-3D8254424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42E78-4FE3-4E16-9FB9-64A349BFE3FC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22214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54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674" userDrawn="1">
          <p15:clr>
            <a:srgbClr val="FBAE40"/>
          </p15:clr>
        </p15:guide>
        <p15:guide id="4" orient="horz" pos="137" userDrawn="1">
          <p15:clr>
            <a:srgbClr val="FBAE40"/>
          </p15:clr>
        </p15:guide>
        <p15:guide id="5" pos="72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25953C-BDCE-466C-B5D1-10A5597F7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86AAF-A50C-4368-8908-D3A4D71BEB6A}" type="datetime5">
              <a:rPr lang="en-US" smtClean="0"/>
              <a:t>1-Dec-21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093A61-3D0C-4D22-A38C-FED809C56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CFF57E-942B-4161-B1AA-AAC9C60F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42E78-4FE3-4E16-9FB9-64A349BFE3FC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01898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674" userDrawn="1">
          <p15:clr>
            <a:srgbClr val="FBAE40"/>
          </p15:clr>
        </p15:guide>
        <p15:guide id="3" orient="horz" pos="137" userDrawn="1">
          <p15:clr>
            <a:srgbClr val="FBAE40"/>
          </p15:clr>
        </p15:guide>
        <p15:guide id="4" pos="726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C6FA9459-E99A-42A8-92B5-7137E9427AC2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D937686-130C-4AED-A17F-79ECBF53C1EB}"/>
                </a:ext>
              </a:extLst>
            </p:cNvPr>
            <p:cNvGrpSpPr/>
            <p:nvPr/>
          </p:nvGrpSpPr>
          <p:grpSpPr>
            <a:xfrm>
              <a:off x="0" y="0"/>
              <a:ext cx="12192000" cy="6854862"/>
              <a:chOff x="0" y="0"/>
              <a:chExt cx="12192000" cy="6854862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A1E53E3-FC79-490F-927D-EDA5C06E6818}"/>
                  </a:ext>
                </a:extLst>
              </p:cNvPr>
              <p:cNvSpPr/>
              <p:nvPr/>
            </p:nvSpPr>
            <p:spPr>
              <a:xfrm>
                <a:off x="0" y="0"/>
                <a:ext cx="12192000" cy="6854862"/>
              </a:xfrm>
              <a:prstGeom prst="rect">
                <a:avLst/>
              </a:prstGeom>
              <a:solidFill>
                <a:srgbClr val="00234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3" name="Graphic 12">
                <a:extLst>
                  <a:ext uri="{FF2B5EF4-FFF2-40B4-BE49-F238E27FC236}">
                    <a16:creationId xmlns:a16="http://schemas.microsoft.com/office/drawing/2014/main" id="{1420E875-771B-4F7F-AE61-DCE396A66F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0515600" y="5621565"/>
                <a:ext cx="1599819" cy="1233297"/>
              </a:xfrm>
              <a:prstGeom prst="rect">
                <a:avLst/>
              </a:prstGeom>
            </p:spPr>
          </p:pic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2888E23-EA76-462F-A85B-1C6FA527FA6D}"/>
                </a:ext>
              </a:extLst>
            </p:cNvPr>
            <p:cNvGrpSpPr/>
            <p:nvPr/>
          </p:nvGrpSpPr>
          <p:grpSpPr>
            <a:xfrm>
              <a:off x="1" y="4152900"/>
              <a:ext cx="12191999" cy="2705100"/>
              <a:chOff x="1" y="4152900"/>
              <a:chExt cx="12191999" cy="2705100"/>
            </a:xfrm>
          </p:grpSpPr>
          <p:sp>
            <p:nvSpPr>
              <p:cNvPr id="9" name="Freeform 21">
                <a:extLst>
                  <a:ext uri="{FF2B5EF4-FFF2-40B4-BE49-F238E27FC236}">
                    <a16:creationId xmlns:a16="http://schemas.microsoft.com/office/drawing/2014/main" id="{B428783B-02FD-4849-BFB2-D1C2BC8E88B5}"/>
                  </a:ext>
                </a:extLst>
              </p:cNvPr>
              <p:cNvSpPr/>
              <p:nvPr/>
            </p:nvSpPr>
            <p:spPr>
              <a:xfrm>
                <a:off x="1" y="4152900"/>
                <a:ext cx="12191999" cy="2705100"/>
              </a:xfrm>
              <a:custGeom>
                <a:avLst/>
                <a:gdLst>
                  <a:gd name="connsiteX0" fmla="*/ 0 w 12191999"/>
                  <a:gd name="connsiteY0" fmla="*/ 0 h 2705100"/>
                  <a:gd name="connsiteX1" fmla="*/ 1104899 w 12191999"/>
                  <a:gd name="connsiteY1" fmla="*/ 0 h 2705100"/>
                  <a:gd name="connsiteX2" fmla="*/ 1104899 w 12191999"/>
                  <a:gd name="connsiteY2" fmla="*/ 1422400 h 2705100"/>
                  <a:gd name="connsiteX3" fmla="*/ 12191999 w 12191999"/>
                  <a:gd name="connsiteY3" fmla="*/ 1422400 h 2705100"/>
                  <a:gd name="connsiteX4" fmla="*/ 12191999 w 12191999"/>
                  <a:gd name="connsiteY4" fmla="*/ 2705100 h 2705100"/>
                  <a:gd name="connsiteX5" fmla="*/ 1 w 12191999"/>
                  <a:gd name="connsiteY5" fmla="*/ 2705100 h 2705100"/>
                  <a:gd name="connsiteX6" fmla="*/ 1 w 12191999"/>
                  <a:gd name="connsiteY6" fmla="*/ 1543050 h 2705100"/>
                  <a:gd name="connsiteX7" fmla="*/ 0 w 12191999"/>
                  <a:gd name="connsiteY7" fmla="*/ 1543050 h 2705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1999" h="2705100">
                    <a:moveTo>
                      <a:pt x="0" y="0"/>
                    </a:moveTo>
                    <a:lnTo>
                      <a:pt x="1104899" y="0"/>
                    </a:lnTo>
                    <a:lnTo>
                      <a:pt x="1104899" y="1422400"/>
                    </a:lnTo>
                    <a:lnTo>
                      <a:pt x="12191999" y="1422400"/>
                    </a:lnTo>
                    <a:lnTo>
                      <a:pt x="12191999" y="2705100"/>
                    </a:lnTo>
                    <a:lnTo>
                      <a:pt x="1" y="2705100"/>
                    </a:lnTo>
                    <a:lnTo>
                      <a:pt x="1" y="1543050"/>
                    </a:lnTo>
                    <a:lnTo>
                      <a:pt x="0" y="154305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6B1C6E9-C7C0-445A-8911-23E57FA33B25}"/>
                  </a:ext>
                </a:extLst>
              </p:cNvPr>
              <p:cNvSpPr/>
              <p:nvPr/>
            </p:nvSpPr>
            <p:spPr>
              <a:xfrm>
                <a:off x="219560" y="5822714"/>
                <a:ext cx="9395219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200">
                    <a:solidFill>
                      <a:srgbClr val="00234B"/>
                    </a:solidFill>
                    <a:latin typeface="Arial" panose="020B0604020202020204" pitchFamily="34" charset="0"/>
                  </a:rPr>
                  <a:t>© STMicroelectronics - All rights reserved.</a:t>
                </a:r>
                <a:br>
                  <a:rPr lang="en-US" sz="1200">
                    <a:solidFill>
                      <a:srgbClr val="00234B"/>
                    </a:solidFill>
                    <a:latin typeface="Arial" panose="020B0604020202020204" pitchFamily="34" charset="0"/>
                  </a:rPr>
                </a:br>
                <a:r>
                  <a:rPr lang="en-US" sz="1200" kern="1200">
                    <a:solidFill>
                      <a:srgbClr val="00234B"/>
                    </a:solidFill>
                    <a:latin typeface="Arial" panose="020B0604020202020204" pitchFamily="34" charset="0"/>
                    <a:ea typeface="+mn-ea"/>
                    <a:cs typeface="+mn-cs"/>
                  </a:rPr>
                  <a:t>ST logo is a trademark or a registered trademark of STMicroelectronics International NV or its affiliates in the EU and/or other countries. For additional information about ST trademarks, please refer to </a:t>
                </a:r>
                <a:r>
                  <a:rPr lang="en-US" sz="1200" kern="1200">
                    <a:solidFill>
                      <a:srgbClr val="00234B"/>
                    </a:solidFill>
                    <a:latin typeface="Arial" panose="020B0604020202020204" pitchFamily="34" charset="0"/>
                    <a:ea typeface="+mn-ea"/>
                    <a:cs typeface="+mn-cs"/>
                    <a:hlinkClick r:id="rId4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www.st.com/trademarks</a:t>
                </a:r>
                <a:r>
                  <a:rPr lang="en-US" sz="1200" kern="1200">
                    <a:solidFill>
                      <a:srgbClr val="00234B"/>
                    </a:solidFill>
                    <a:latin typeface="Arial" panose="020B0604020202020204" pitchFamily="34" charset="0"/>
                    <a:ea typeface="+mn-ea"/>
                    <a:cs typeface="+mn-cs"/>
                  </a:rPr>
                  <a:t>. </a:t>
                </a:r>
                <a:br>
                  <a:rPr lang="en-US" sz="1200" kern="1200">
                    <a:solidFill>
                      <a:srgbClr val="00234B"/>
                    </a:solidFill>
                    <a:latin typeface="Arial" panose="020B0604020202020204" pitchFamily="34" charset="0"/>
                    <a:ea typeface="+mn-ea"/>
                    <a:cs typeface="+mn-cs"/>
                  </a:rPr>
                </a:br>
                <a:r>
                  <a:rPr lang="en-US" sz="1200" kern="1200">
                    <a:solidFill>
                      <a:srgbClr val="00234B"/>
                    </a:solidFill>
                    <a:latin typeface="Arial" panose="020B0604020202020204" pitchFamily="34" charset="0"/>
                    <a:ea typeface="+mn-ea"/>
                    <a:cs typeface="+mn-cs"/>
                  </a:rPr>
                  <a:t>All other product or service names are the property of their respective owners.</a:t>
                </a:r>
              </a:p>
            </p:txBody>
          </p:sp>
          <p:pic>
            <p:nvPicPr>
              <p:cNvPr id="11" name="Graphic 10">
                <a:extLst>
                  <a:ext uri="{FF2B5EF4-FFF2-40B4-BE49-F238E27FC236}">
                    <a16:creationId xmlns:a16="http://schemas.microsoft.com/office/drawing/2014/main" id="{B3C9C090-4752-447B-8BD0-B051865723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0515600" y="5621565"/>
                <a:ext cx="1599819" cy="1233297"/>
              </a:xfrm>
              <a:prstGeom prst="rect">
                <a:avLst/>
              </a:prstGeom>
            </p:spPr>
          </p:pic>
        </p:grp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011FD0E-B8FA-4370-8190-CB141A1A792B}"/>
              </a:ext>
            </a:extLst>
          </p:cNvPr>
          <p:cNvSpPr/>
          <p:nvPr userDrawn="1"/>
        </p:nvSpPr>
        <p:spPr>
          <a:xfrm>
            <a:off x="3686654" y="2228671"/>
            <a:ext cx="481869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sz="7200" b="1">
                <a:solidFill>
                  <a:srgbClr val="FFFFFF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60336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55701" y="2130324"/>
            <a:ext cx="10736262" cy="2641701"/>
          </a:xfrm>
        </p:spPr>
        <p:txBody>
          <a:bodyPr vert="horz" lIns="91440" tIns="45720" rIns="288000" bIns="45720" rtlCol="0" anchor="ctr">
            <a:noAutofit/>
          </a:bodyPr>
          <a:lstStyle>
            <a:lvl1pPr algn="l"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BBB0940-7918-400A-AB6C-37A58B22B21F}"/>
              </a:ext>
            </a:extLst>
          </p:cNvPr>
          <p:cNvSpPr/>
          <p:nvPr userDrawn="1"/>
        </p:nvSpPr>
        <p:spPr>
          <a:xfrm>
            <a:off x="1" y="0"/>
            <a:ext cx="12192000" cy="1484313"/>
          </a:xfrm>
          <a:custGeom>
            <a:avLst/>
            <a:gdLst>
              <a:gd name="connsiteX0" fmla="*/ 0 w 12192000"/>
              <a:gd name="connsiteY0" fmla="*/ 0 h 1484313"/>
              <a:gd name="connsiteX1" fmla="*/ 12192000 w 12192000"/>
              <a:gd name="connsiteY1" fmla="*/ 0 h 1484313"/>
              <a:gd name="connsiteX2" fmla="*/ 12192000 w 12192000"/>
              <a:gd name="connsiteY2" fmla="*/ 1143000 h 1484313"/>
              <a:gd name="connsiteX3" fmla="*/ 1155700 w 12192000"/>
              <a:gd name="connsiteY3" fmla="*/ 1143000 h 1484313"/>
              <a:gd name="connsiteX4" fmla="*/ 1155700 w 12192000"/>
              <a:gd name="connsiteY4" fmla="*/ 1484313 h 1484313"/>
              <a:gd name="connsiteX5" fmla="*/ 0 w 12192000"/>
              <a:gd name="connsiteY5" fmla="*/ 1484313 h 1484313"/>
              <a:gd name="connsiteX6" fmla="*/ 0 w 12192000"/>
              <a:gd name="connsiteY6" fmla="*/ 1143000 h 1484313"/>
              <a:gd name="connsiteX7" fmla="*/ 0 w 12192000"/>
              <a:gd name="connsiteY7" fmla="*/ 807650 h 1484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484313">
                <a:moveTo>
                  <a:pt x="0" y="0"/>
                </a:moveTo>
                <a:lnTo>
                  <a:pt x="12192000" y="0"/>
                </a:lnTo>
                <a:lnTo>
                  <a:pt x="12192000" y="1143000"/>
                </a:lnTo>
                <a:lnTo>
                  <a:pt x="1155700" y="1143000"/>
                </a:lnTo>
                <a:lnTo>
                  <a:pt x="1155700" y="1484313"/>
                </a:lnTo>
                <a:lnTo>
                  <a:pt x="0" y="1484313"/>
                </a:lnTo>
                <a:lnTo>
                  <a:pt x="0" y="1143000"/>
                </a:lnTo>
                <a:lnTo>
                  <a:pt x="0" y="80765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40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  <a:prstGeom prst="rect">
            <a:avLst/>
          </a:prstGeom>
        </p:spPr>
        <p:txBody>
          <a:bodyPr vert="horz" lIns="91440" tIns="45720" rIns="90000" bIns="45720" rtlCol="0" anchor="ctr">
            <a:noAutofit/>
          </a:bodyPr>
          <a:lstStyle/>
          <a:p>
            <a:pPr lvl="0" algn="r"/>
            <a:r>
              <a:rPr lang="en-US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0038" y="1484313"/>
            <a:ext cx="11591925" cy="4608512"/>
          </a:xfrm>
          <a:prstGeom prst="rect">
            <a:avLst/>
          </a:prstGeom>
        </p:spPr>
        <p:txBody>
          <a:bodyPr vert="horz" lIns="91440" tIns="45720" rIns="90000" bIns="45720" rtlCol="0">
            <a:noAutofit/>
          </a:bodyPr>
          <a:lstStyle/>
          <a:p>
            <a:pPr lvl="0"/>
            <a:r>
              <a:rPr lang="en-US"/>
              <a:t>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70600" y="6330968"/>
            <a:ext cx="5483314" cy="292554"/>
          </a:xfrm>
          <a:prstGeom prst="rect">
            <a:avLst/>
          </a:prstGeom>
        </p:spPr>
        <p:txBody>
          <a:bodyPr vert="horz" lIns="90000" tIns="45720" rIns="90000" bIns="45720" rtlCol="0" anchor="b"/>
          <a:lstStyle>
            <a:lvl1pPr algn="r">
              <a:defRPr lang="en-US" sz="1100" b="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10261" y="6330968"/>
            <a:ext cx="411004" cy="292554"/>
          </a:xfrm>
          <a:prstGeom prst="rect">
            <a:avLst/>
          </a:prstGeom>
        </p:spPr>
        <p:txBody>
          <a:bodyPr vert="horz" lIns="0" tIns="46800" rIns="0" bIns="46800" rtlCol="0" anchor="b"/>
          <a:lstStyle>
            <a:lvl1pPr algn="r">
              <a:defRPr lang="en-US" sz="1100" b="0" smtClean="0">
                <a:solidFill>
                  <a:schemeClr val="tx2"/>
                </a:solidFill>
              </a:defRPr>
            </a:lvl1pPr>
          </a:lstStyle>
          <a:p>
            <a:fld id="{62A42E78-4FE3-4E16-9FB9-64A349BFE3FC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57517" y="6330968"/>
            <a:ext cx="1184909" cy="2925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00" b="0">
                <a:solidFill>
                  <a:schemeClr val="tx2"/>
                </a:solidFill>
              </a:defRPr>
            </a:lvl1pPr>
          </a:lstStyle>
          <a:p>
            <a:fld id="{49D6B855-A76D-4459-A823-EF680B29CDD3}" type="datetime5">
              <a:rPr lang="en-US" smtClean="0"/>
              <a:t>1-Dec-21</a:t>
            </a:fld>
            <a:endParaRPr lang="fr-FR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3DE2817A-3634-41C4-BE77-0740C5A7811D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31556" y="6094699"/>
            <a:ext cx="990025" cy="76320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7CD4E90-0AD7-41F7-BEF4-B339EC998E49}"/>
              </a:ext>
            </a:extLst>
          </p:cNvPr>
          <p:cNvSpPr/>
          <p:nvPr userDrawn="1"/>
        </p:nvSpPr>
        <p:spPr>
          <a:xfrm>
            <a:off x="12004894" y="0"/>
            <a:ext cx="187105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MSIPCMContentMarking" descr="{&quot;HashCode&quot;:844088301,&quot;Placement&quot;:&quot;Footer&quot;,&quot;Top&quot;:517.8937,&quot;Left&quot;:861.934753,&quot;SlideWidth&quot;:960,&quot;SlideHeight&quot;:540}">
            <a:extLst>
              <a:ext uri="{FF2B5EF4-FFF2-40B4-BE49-F238E27FC236}">
                <a16:creationId xmlns:a16="http://schemas.microsoft.com/office/drawing/2014/main" id="{DD46CAD3-6A30-4BB8-8349-D909E5F46667}"/>
              </a:ext>
            </a:extLst>
          </p:cNvPr>
          <p:cNvSpPr txBox="1"/>
          <p:nvPr userDrawn="1"/>
        </p:nvSpPr>
        <p:spPr>
          <a:xfrm>
            <a:off x="10946571" y="6577250"/>
            <a:ext cx="1245428" cy="28074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fr-FR" sz="1200">
                <a:solidFill>
                  <a:srgbClr val="FF0000"/>
                </a:solidFill>
                <a:latin typeface="Arial" panose="020B0604020202020204" pitchFamily="34" charset="0"/>
              </a:rPr>
              <a:t>ST Restricted</a:t>
            </a:r>
            <a:endParaRPr lang="fr-FR" sz="1200" err="1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5901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3" r:id="rId2"/>
    <p:sldLayoutId id="2147483667" r:id="rId3"/>
    <p:sldLayoutId id="2147483664" r:id="rId4"/>
    <p:sldLayoutId id="2147483668" r:id="rId5"/>
    <p:sldLayoutId id="2147483669" r:id="rId6"/>
    <p:sldLayoutId id="2147483670" r:id="rId7"/>
    <p:sldLayoutId id="2147483675" r:id="rId8"/>
    <p:sldLayoutId id="2147483676" r:id="rId9"/>
  </p:sldLayoutIdLst>
  <p:hf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lang="en-US" sz="3600" b="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1938" indent="-261938" algn="l" defTabSz="914400" rtl="0" eaLnBrk="1" latinLnBrk="0" hangingPunct="1">
        <a:lnSpc>
          <a:spcPct val="10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lang="en-US" sz="24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536575" indent="-2667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812800" indent="-27305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lang="en-US" sz="18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987425" indent="-26828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lang="en-US" sz="1600" kern="1200" smtClean="0">
          <a:solidFill>
            <a:schemeClr val="tx2"/>
          </a:solidFill>
          <a:latin typeface="+mn-lt"/>
          <a:ea typeface="+mn-ea"/>
          <a:cs typeface="+mn-cs"/>
        </a:defRPr>
      </a:lvl4pPr>
      <a:lvl5pPr marL="1160463" indent="-26193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lang="en-US"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9">
          <p15:clr>
            <a:srgbClr val="F26B43"/>
          </p15:clr>
        </p15:guide>
        <p15:guide id="2" pos="7491">
          <p15:clr>
            <a:srgbClr val="F26B43"/>
          </p15:clr>
        </p15:guide>
        <p15:guide id="3" orient="horz" pos="2160">
          <p15:clr>
            <a:srgbClr val="F26B43"/>
          </p15:clr>
        </p15:guide>
        <p15:guide id="4" orient="horz" pos="935">
          <p15:clr>
            <a:srgbClr val="F26B43"/>
          </p15:clr>
        </p15:guide>
        <p15:guide id="5" orient="horz" pos="3838">
          <p15:clr>
            <a:srgbClr val="F26B43"/>
          </p15:clr>
        </p15:guide>
        <p15:guide id="6" orient="horz" pos="822">
          <p15:clr>
            <a:srgbClr val="F26B43"/>
          </p15:clr>
        </p15:guide>
        <p15:guide id="7" pos="3840">
          <p15:clr>
            <a:srgbClr val="F26B43"/>
          </p15:clr>
        </p15:guide>
        <p15:guide id="8" orient="horz" pos="131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FB49D3ED-12A5-44AC-B654-9458A5FBEC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89601" y="2312988"/>
            <a:ext cx="6202362" cy="2702071"/>
          </a:xfrm>
        </p:spPr>
        <p:txBody>
          <a:bodyPr/>
          <a:lstStyle/>
          <a:p>
            <a:r>
              <a:rPr lang="en-GB" dirty="0"/>
              <a:t>FOTA on top of MMDV-3.1.0</a:t>
            </a:r>
            <a:endParaRPr lang="en-GB" dirty="0">
              <a:cs typeface="Arial"/>
            </a:endParaRPr>
          </a:p>
        </p:txBody>
      </p:sp>
      <p:sp>
        <p:nvSpPr>
          <p:cNvPr id="16" name="Subtitle 15">
            <a:extLst>
              <a:ext uri="{FF2B5EF4-FFF2-40B4-BE49-F238E27FC236}">
                <a16:creationId xmlns:a16="http://schemas.microsoft.com/office/drawing/2014/main" id="{12613E07-DCF2-4461-AFF5-7A705127F6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Christophe GUIBOUT</a:t>
            </a:r>
          </a:p>
        </p:txBody>
      </p:sp>
    </p:spTree>
    <p:extLst>
      <p:ext uri="{BB962C8B-B14F-4D97-AF65-F5344CB8AC3E}">
        <p14:creationId xmlns:p14="http://schemas.microsoft.com/office/powerpoint/2010/main" val="193982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03B6DEB-9138-491C-9DCD-713C0A2E7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420" y="122188"/>
            <a:ext cx="11609159" cy="1304925"/>
          </a:xfrm>
        </p:spPr>
        <p:txBody>
          <a:bodyPr/>
          <a:lstStyle/>
          <a:p>
            <a:r>
              <a:rPr lang="en-GB"/>
              <a:t>FOTA overview</a:t>
            </a:r>
          </a:p>
        </p:txBody>
      </p:sp>
      <p:pic>
        <p:nvPicPr>
          <p:cNvPr id="37" name="Picture 2" descr="Server Icons - Download 202 Free Server icons here">
            <a:extLst>
              <a:ext uri="{FF2B5EF4-FFF2-40B4-BE49-F238E27FC236}">
                <a16:creationId xmlns:a16="http://schemas.microsoft.com/office/drawing/2014/main" id="{9B9A0D0C-3969-414A-BB14-19840D4044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2010" y="4066254"/>
            <a:ext cx="784509" cy="964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5E69FF79-BA4B-495B-ABE2-488F22C8E42D}"/>
              </a:ext>
            </a:extLst>
          </p:cNvPr>
          <p:cNvSpPr/>
          <p:nvPr/>
        </p:nvSpPr>
        <p:spPr>
          <a:xfrm>
            <a:off x="1002334" y="1117601"/>
            <a:ext cx="3346146" cy="480568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buClr>
                <a:schemeClr val="bg1"/>
              </a:buClr>
            </a:pPr>
            <a:r>
              <a:rPr lang="en-GB"/>
              <a:t>FOTA backend</a:t>
            </a:r>
            <a:br>
              <a:rPr lang="en-GB"/>
            </a:br>
            <a:r>
              <a:rPr lang="en-GB"/>
              <a:t>server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28E94C1-A4A5-4F55-BEB0-CD8B3950D9AE}"/>
              </a:ext>
            </a:extLst>
          </p:cNvPr>
          <p:cNvSpPr/>
          <p:nvPr/>
        </p:nvSpPr>
        <p:spPr>
          <a:xfrm>
            <a:off x="6671343" y="1117601"/>
            <a:ext cx="4362418" cy="480568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buClr>
                <a:schemeClr val="bg1"/>
              </a:buClr>
            </a:pPr>
            <a:r>
              <a:rPr lang="en-GB"/>
              <a:t>STM32MP1x</a:t>
            </a:r>
          </a:p>
        </p:txBody>
      </p:sp>
      <p:pic>
        <p:nvPicPr>
          <p:cNvPr id="43" name="Picture 2" descr="Server Icons - Download 202 Free Server icons here">
            <a:extLst>
              <a:ext uri="{FF2B5EF4-FFF2-40B4-BE49-F238E27FC236}">
                <a16:creationId xmlns:a16="http://schemas.microsoft.com/office/drawing/2014/main" id="{E923F07E-4EDD-42C5-8FDB-717F505DF5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6852" y="1208371"/>
            <a:ext cx="784509" cy="964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E63C1FC4-EEB0-4AB3-9567-1991C35B1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6536" y="1161362"/>
            <a:ext cx="920423" cy="920423"/>
          </a:xfrm>
          <a:prstGeom prst="rect">
            <a:avLst/>
          </a:prstGeom>
        </p:spPr>
      </p:pic>
      <p:sp>
        <p:nvSpPr>
          <p:cNvPr id="46" name="Arrow: Right 45">
            <a:extLst>
              <a:ext uri="{FF2B5EF4-FFF2-40B4-BE49-F238E27FC236}">
                <a16:creationId xmlns:a16="http://schemas.microsoft.com/office/drawing/2014/main" id="{14C5D606-E09A-4BD6-A8CC-EBF7877A3858}"/>
              </a:ext>
            </a:extLst>
          </p:cNvPr>
          <p:cNvSpPr/>
          <p:nvPr/>
        </p:nvSpPr>
        <p:spPr>
          <a:xfrm>
            <a:off x="3787372" y="4949621"/>
            <a:ext cx="3192805" cy="5454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/>
              <a:t>download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2BB3B708-4184-4DF5-92A3-BF60FB0CAF8E}"/>
              </a:ext>
            </a:extLst>
          </p:cNvPr>
          <p:cNvSpPr/>
          <p:nvPr/>
        </p:nvSpPr>
        <p:spPr>
          <a:xfrm>
            <a:off x="1351539" y="3876571"/>
            <a:ext cx="2438565" cy="1673873"/>
          </a:xfrm>
          <a:prstGeom prst="roundRect">
            <a:avLst>
              <a:gd name="adj" fmla="val 5111"/>
            </a:avLst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/>
              <a:t>FOTA server</a:t>
            </a:r>
          </a:p>
          <a:p>
            <a:pPr algn="ctr"/>
            <a:endParaRPr lang="fr-FR"/>
          </a:p>
        </p:txBody>
      </p:sp>
      <p:pic>
        <p:nvPicPr>
          <p:cNvPr id="49" name="Picture 4" descr="https://www.eclipse.org/hawkbit/images/hawkbit_logo.png">
            <a:extLst>
              <a:ext uri="{FF2B5EF4-FFF2-40B4-BE49-F238E27FC236}">
                <a16:creationId xmlns:a16="http://schemas.microsoft.com/office/drawing/2014/main" id="{690B42BF-5F09-422B-8703-7440B9253E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5093" y="4424174"/>
            <a:ext cx="1208726" cy="556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8E77672C-AFCD-4E69-912B-FDD8A3A5BC5A}"/>
              </a:ext>
            </a:extLst>
          </p:cNvPr>
          <p:cNvSpPr/>
          <p:nvPr/>
        </p:nvSpPr>
        <p:spPr>
          <a:xfrm>
            <a:off x="1362055" y="2368589"/>
            <a:ext cx="2417532" cy="1143000"/>
          </a:xfrm>
          <a:prstGeom prst="roundRect">
            <a:avLst>
              <a:gd name="adj" fmla="val 5111"/>
            </a:avLst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New STM32MPx image to </a:t>
            </a:r>
            <a:r>
              <a:rPr lang="fr-FR" err="1"/>
              <a:t>be</a:t>
            </a:r>
            <a:r>
              <a:rPr lang="fr-FR"/>
              <a:t> </a:t>
            </a:r>
            <a:r>
              <a:rPr lang="fr-FR" err="1"/>
              <a:t>deployed</a:t>
            </a:r>
            <a:endParaRPr lang="fr-FR"/>
          </a:p>
          <a:p>
            <a:pPr algn="ctr"/>
            <a:endParaRPr lang="fr-FR"/>
          </a:p>
          <a:p>
            <a:pPr algn="ctr"/>
            <a:endParaRPr lang="fr-FR"/>
          </a:p>
        </p:txBody>
      </p:sp>
      <p:pic>
        <p:nvPicPr>
          <p:cNvPr id="51" name="Picture 4" descr="http://variwiki.com/images/3/33/Yocto.png">
            <a:extLst>
              <a:ext uri="{FF2B5EF4-FFF2-40B4-BE49-F238E27FC236}">
                <a16:creationId xmlns:a16="http://schemas.microsoft.com/office/drawing/2014/main" id="{3A32E950-FF8C-4301-AA18-1EFAE05A1A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484" b="27302"/>
          <a:stretch/>
        </p:blipFill>
        <p:spPr bwMode="auto">
          <a:xfrm>
            <a:off x="2055064" y="3010579"/>
            <a:ext cx="1052547" cy="433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FE836097-595E-45D7-A4B0-436125CCEFDE}"/>
              </a:ext>
            </a:extLst>
          </p:cNvPr>
          <p:cNvSpPr/>
          <p:nvPr/>
        </p:nvSpPr>
        <p:spPr>
          <a:xfrm>
            <a:off x="6980179" y="3876571"/>
            <a:ext cx="3687821" cy="1673873"/>
          </a:xfrm>
          <a:prstGeom prst="roundRect">
            <a:avLst>
              <a:gd name="adj" fmla="val 5111"/>
            </a:avLst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/>
              <a:t>Update manager</a:t>
            </a:r>
          </a:p>
          <a:p>
            <a:pPr algn="ctr"/>
            <a:endParaRPr lang="fr-FR"/>
          </a:p>
        </p:txBody>
      </p:sp>
      <p:pic>
        <p:nvPicPr>
          <p:cNvPr id="54" name="Picture 8" descr="Résultat de recherche d'images pour &quot;RAUC ota icon&quot;&quot;">
            <a:extLst>
              <a:ext uri="{FF2B5EF4-FFF2-40B4-BE49-F238E27FC236}">
                <a16:creationId xmlns:a16="http://schemas.microsoft.com/office/drawing/2014/main" id="{F993299B-E62E-4E99-B07F-6ABE522CE0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5487" y="4463655"/>
            <a:ext cx="714130" cy="714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7EFCDEC6-2385-4923-86D7-D8C3370AC884}"/>
              </a:ext>
            </a:extLst>
          </p:cNvPr>
          <p:cNvSpPr/>
          <p:nvPr/>
        </p:nvSpPr>
        <p:spPr>
          <a:xfrm>
            <a:off x="6980177" y="2368589"/>
            <a:ext cx="1613583" cy="703266"/>
          </a:xfrm>
          <a:prstGeom prst="roundRect">
            <a:avLst>
              <a:gd name="adj" fmla="val 5111"/>
            </a:avLst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Partitions A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4CC40799-A2C2-4B61-848D-A876BA741536}"/>
              </a:ext>
            </a:extLst>
          </p:cNvPr>
          <p:cNvSpPr/>
          <p:nvPr/>
        </p:nvSpPr>
        <p:spPr>
          <a:xfrm>
            <a:off x="9054417" y="2368589"/>
            <a:ext cx="1613583" cy="703266"/>
          </a:xfrm>
          <a:prstGeom prst="roundRect">
            <a:avLst>
              <a:gd name="adj" fmla="val 5111"/>
            </a:avLst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Partitions B</a:t>
            </a:r>
          </a:p>
        </p:txBody>
      </p:sp>
      <p:sp>
        <p:nvSpPr>
          <p:cNvPr id="58" name="Arrow: Right 57">
            <a:extLst>
              <a:ext uri="{FF2B5EF4-FFF2-40B4-BE49-F238E27FC236}">
                <a16:creationId xmlns:a16="http://schemas.microsoft.com/office/drawing/2014/main" id="{6305354A-AEDC-4473-A628-057D955706F6}"/>
              </a:ext>
            </a:extLst>
          </p:cNvPr>
          <p:cNvSpPr/>
          <p:nvPr/>
        </p:nvSpPr>
        <p:spPr>
          <a:xfrm rot="16200000">
            <a:off x="7102865" y="3201475"/>
            <a:ext cx="804716" cy="5454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/>
              <a:t>flash</a:t>
            </a:r>
          </a:p>
        </p:txBody>
      </p:sp>
      <p:sp>
        <p:nvSpPr>
          <p:cNvPr id="59" name="Arrow: Right 58">
            <a:extLst>
              <a:ext uri="{FF2B5EF4-FFF2-40B4-BE49-F238E27FC236}">
                <a16:creationId xmlns:a16="http://schemas.microsoft.com/office/drawing/2014/main" id="{D82F5ED3-3EA0-44A6-9009-FCC81A49F587}"/>
              </a:ext>
            </a:extLst>
          </p:cNvPr>
          <p:cNvSpPr/>
          <p:nvPr/>
        </p:nvSpPr>
        <p:spPr>
          <a:xfrm rot="16200000">
            <a:off x="9731587" y="3201475"/>
            <a:ext cx="804716" cy="5454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/>
              <a:t>flash</a:t>
            </a:r>
          </a:p>
        </p:txBody>
      </p:sp>
      <p:sp>
        <p:nvSpPr>
          <p:cNvPr id="4" name="Arrow: Left-Right-Up 3">
            <a:extLst>
              <a:ext uri="{FF2B5EF4-FFF2-40B4-BE49-F238E27FC236}">
                <a16:creationId xmlns:a16="http://schemas.microsoft.com/office/drawing/2014/main" id="{87335F49-ED47-47D9-8772-E256171EE750}"/>
              </a:ext>
            </a:extLst>
          </p:cNvPr>
          <p:cNvSpPr/>
          <p:nvPr/>
        </p:nvSpPr>
        <p:spPr>
          <a:xfrm flipV="1">
            <a:off x="8584752" y="2736458"/>
            <a:ext cx="469666" cy="1140111"/>
          </a:xfrm>
          <a:prstGeom prst="leftRightUpArrow">
            <a:avLst>
              <a:gd name="adj1" fmla="val 16347"/>
              <a:gd name="adj2" fmla="val 25000"/>
              <a:gd name="adj3" fmla="val 25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fr-FR" err="1"/>
          </a:p>
        </p:txBody>
      </p:sp>
      <p:sp>
        <p:nvSpPr>
          <p:cNvPr id="60" name="Arrow: Right 59">
            <a:extLst>
              <a:ext uri="{FF2B5EF4-FFF2-40B4-BE49-F238E27FC236}">
                <a16:creationId xmlns:a16="http://schemas.microsoft.com/office/drawing/2014/main" id="{F6A552F4-91B9-4D6D-8D37-C1C1EFB78A73}"/>
              </a:ext>
            </a:extLst>
          </p:cNvPr>
          <p:cNvSpPr/>
          <p:nvPr/>
        </p:nvSpPr>
        <p:spPr>
          <a:xfrm rot="16200000" flipH="1">
            <a:off x="2373582" y="3598390"/>
            <a:ext cx="364979" cy="1913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1802E60-DC8D-492E-B6B8-27412268CB2C}"/>
              </a:ext>
            </a:extLst>
          </p:cNvPr>
          <p:cNvCxnSpPr>
            <a:cxnSpLocks/>
          </p:cNvCxnSpPr>
          <p:nvPr/>
        </p:nvCxnSpPr>
        <p:spPr>
          <a:xfrm flipH="1">
            <a:off x="3790102" y="4357908"/>
            <a:ext cx="3190075" cy="0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C1A220E-4CD7-4F57-8D15-BB61B68BF0D1}"/>
              </a:ext>
            </a:extLst>
          </p:cNvPr>
          <p:cNvSpPr txBox="1"/>
          <p:nvPr/>
        </p:nvSpPr>
        <p:spPr>
          <a:xfrm>
            <a:off x="4574611" y="4031971"/>
            <a:ext cx="1987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sz="1800"/>
              <a:t>Check for update</a:t>
            </a:r>
            <a:endParaRPr lang="fr-FR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6F5EB0B-F0A3-4CBC-A9C9-FE481B374FEA}"/>
              </a:ext>
            </a:extLst>
          </p:cNvPr>
          <p:cNvSpPr txBox="1"/>
          <p:nvPr/>
        </p:nvSpPr>
        <p:spPr>
          <a:xfrm>
            <a:off x="8802084" y="3178615"/>
            <a:ext cx="11786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sz="1800"/>
              <a:t>Boot </a:t>
            </a:r>
            <a:r>
              <a:rPr lang="fr-FR" sz="1800" err="1"/>
              <a:t>selection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4534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03B6DEB-9138-491C-9DCD-713C0A2E7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MMDV-3.1.0 </a:t>
            </a:r>
            <a:r>
              <a:rPr lang="en-GB" dirty="0"/>
              <a:t>Layout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FA947C3-521D-43F0-96D3-2637DD52D75B}"/>
              </a:ext>
            </a:extLst>
          </p:cNvPr>
          <p:cNvSpPr/>
          <p:nvPr/>
        </p:nvSpPr>
        <p:spPr>
          <a:xfrm>
            <a:off x="611240" y="147066"/>
            <a:ext cx="3037598" cy="653703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buClr>
                <a:schemeClr val="bg1"/>
              </a:buClr>
            </a:pPr>
            <a:r>
              <a:rPr lang="en-GB"/>
              <a:t>External Storage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A241D4D-F92A-48A2-8703-E695808636FD}"/>
              </a:ext>
            </a:extLst>
          </p:cNvPr>
          <p:cNvSpPr/>
          <p:nvPr/>
        </p:nvSpPr>
        <p:spPr>
          <a:xfrm>
            <a:off x="1127806" y="1071877"/>
            <a:ext cx="2248247" cy="415462"/>
          </a:xfrm>
          <a:prstGeom prst="rect">
            <a:avLst/>
          </a:prstGeom>
          <a:solidFill>
            <a:schemeClr val="tx1"/>
          </a:solidFill>
          <a:ln>
            <a:solidFill>
              <a:srgbClr val="E6007E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buClr>
                <a:schemeClr val="bg1"/>
              </a:buClr>
            </a:pPr>
            <a:r>
              <a:rPr lang="en-GB" sz="1600">
                <a:solidFill>
                  <a:schemeClr val="bg1"/>
                </a:solidFill>
              </a:rPr>
              <a:t>TF-A (BL2) (Copy 2)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75069B5-1BC5-4698-8873-B17E054BF109}"/>
              </a:ext>
            </a:extLst>
          </p:cNvPr>
          <p:cNvSpPr/>
          <p:nvPr/>
        </p:nvSpPr>
        <p:spPr>
          <a:xfrm>
            <a:off x="1127806" y="3425965"/>
            <a:ext cx="2248249" cy="415462"/>
          </a:xfrm>
          <a:prstGeom prst="rect">
            <a:avLst/>
          </a:prstGeom>
          <a:ln>
            <a:solidFill>
              <a:schemeClr val="accent3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buClr>
                <a:schemeClr val="bg1"/>
              </a:buClr>
            </a:pPr>
            <a:r>
              <a:rPr lang="en-GB" sz="1600">
                <a:solidFill>
                  <a:schemeClr val="bg1"/>
                </a:solidFill>
              </a:rPr>
              <a:t>BOOTFS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78B33BB-4FDB-42C2-835C-FC381CCF5688}"/>
              </a:ext>
            </a:extLst>
          </p:cNvPr>
          <p:cNvSpPr/>
          <p:nvPr/>
        </p:nvSpPr>
        <p:spPr>
          <a:xfrm>
            <a:off x="1127806" y="4368964"/>
            <a:ext cx="2248249" cy="415462"/>
          </a:xfrm>
          <a:prstGeom prst="rect">
            <a:avLst/>
          </a:prstGeom>
          <a:ln>
            <a:solidFill>
              <a:schemeClr val="accent3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buClr>
                <a:schemeClr val="bg1"/>
              </a:buClr>
            </a:pPr>
            <a:r>
              <a:rPr lang="en-GB" sz="1600">
                <a:solidFill>
                  <a:schemeClr val="bg1"/>
                </a:solidFill>
              </a:rPr>
              <a:t>ROOTFS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7D35316-E5EF-408B-9AA8-D162E71CA6AB}"/>
              </a:ext>
            </a:extLst>
          </p:cNvPr>
          <p:cNvSpPr/>
          <p:nvPr/>
        </p:nvSpPr>
        <p:spPr>
          <a:xfrm>
            <a:off x="1127805" y="5284972"/>
            <a:ext cx="2248249" cy="415462"/>
          </a:xfrm>
          <a:prstGeom prst="rect">
            <a:avLst/>
          </a:prstGeom>
          <a:ln>
            <a:solidFill>
              <a:schemeClr val="accent3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buClr>
                <a:schemeClr val="bg1"/>
              </a:buClr>
            </a:pPr>
            <a:r>
              <a:rPr lang="en-GB" sz="1600">
                <a:solidFill>
                  <a:schemeClr val="bg1"/>
                </a:solidFill>
              </a:rPr>
              <a:t>VENDORFS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71F9E94-60CC-4270-8F82-2DEBEC4F84A5}"/>
              </a:ext>
            </a:extLst>
          </p:cNvPr>
          <p:cNvSpPr/>
          <p:nvPr/>
        </p:nvSpPr>
        <p:spPr>
          <a:xfrm>
            <a:off x="1127805" y="6248027"/>
            <a:ext cx="2248249" cy="415462"/>
          </a:xfrm>
          <a:prstGeom prst="rect">
            <a:avLst/>
          </a:prstGeom>
          <a:solidFill>
            <a:schemeClr val="tx1"/>
          </a:solidFill>
          <a:ln>
            <a:solidFill>
              <a:schemeClr val="accent3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buClr>
                <a:schemeClr val="bg1"/>
              </a:buClr>
            </a:pPr>
            <a:r>
              <a:rPr lang="en-GB" sz="1600">
                <a:solidFill>
                  <a:schemeClr val="bg1"/>
                </a:solidFill>
              </a:rPr>
              <a:t>USERFS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90AC805-C34B-4BAE-BC20-6020A1BDDD87}"/>
              </a:ext>
            </a:extLst>
          </p:cNvPr>
          <p:cNvSpPr txBox="1"/>
          <p:nvPr/>
        </p:nvSpPr>
        <p:spPr>
          <a:xfrm>
            <a:off x="740232" y="3469997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/>
              <a:t>#4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2D36DFB-54C2-484F-85E9-83A8D87559D1}"/>
              </a:ext>
            </a:extLst>
          </p:cNvPr>
          <p:cNvSpPr txBox="1"/>
          <p:nvPr/>
        </p:nvSpPr>
        <p:spPr>
          <a:xfrm>
            <a:off x="740232" y="4378534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/>
              <a:t>#5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6209587A-DF46-4CA4-B777-9AC366682012}"/>
              </a:ext>
            </a:extLst>
          </p:cNvPr>
          <p:cNvSpPr txBox="1"/>
          <p:nvPr/>
        </p:nvSpPr>
        <p:spPr>
          <a:xfrm>
            <a:off x="751631" y="5315519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/>
              <a:t>#6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374D915-41FE-4397-9CCD-637620B5C6B5}"/>
              </a:ext>
            </a:extLst>
          </p:cNvPr>
          <p:cNvSpPr txBox="1"/>
          <p:nvPr/>
        </p:nvSpPr>
        <p:spPr>
          <a:xfrm>
            <a:off x="774165" y="627109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/>
              <a:t>#7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E9DB279-C172-4958-90C7-D812E8ADFB6D}"/>
              </a:ext>
            </a:extLst>
          </p:cNvPr>
          <p:cNvSpPr txBox="1"/>
          <p:nvPr/>
        </p:nvSpPr>
        <p:spPr>
          <a:xfrm>
            <a:off x="765968" y="251914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/>
              <a:t>#3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D962F61-E726-4239-8E93-47B178927FC2}"/>
              </a:ext>
            </a:extLst>
          </p:cNvPr>
          <p:cNvSpPr/>
          <p:nvPr/>
        </p:nvSpPr>
        <p:spPr>
          <a:xfrm>
            <a:off x="1127806" y="607351"/>
            <a:ext cx="2248247" cy="415462"/>
          </a:xfrm>
          <a:prstGeom prst="rect">
            <a:avLst/>
          </a:prstGeom>
          <a:solidFill>
            <a:schemeClr val="tx1"/>
          </a:solidFill>
          <a:ln>
            <a:solidFill>
              <a:srgbClr val="E6007E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buClr>
                <a:schemeClr val="bg1"/>
              </a:buClr>
            </a:pPr>
            <a:r>
              <a:rPr lang="en-GB" sz="1600">
                <a:solidFill>
                  <a:schemeClr val="bg1"/>
                </a:solidFill>
              </a:rPr>
              <a:t>TF-A (BL2) (Copy 1)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2CAFA16-5A87-4C8B-B4E4-8C8A91F58716}"/>
              </a:ext>
            </a:extLst>
          </p:cNvPr>
          <p:cNvSpPr txBox="1"/>
          <p:nvPr/>
        </p:nvSpPr>
        <p:spPr>
          <a:xfrm>
            <a:off x="767884" y="1083097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/>
              <a:t>#2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EFEE595-666F-4752-B6B7-8CEBE0E5CE97}"/>
              </a:ext>
            </a:extLst>
          </p:cNvPr>
          <p:cNvSpPr txBox="1"/>
          <p:nvPr/>
        </p:nvSpPr>
        <p:spPr>
          <a:xfrm>
            <a:off x="782742" y="629568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/>
              <a:t>#1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807BD54-1B0A-48A3-B58E-0A270677C279}"/>
              </a:ext>
            </a:extLst>
          </p:cNvPr>
          <p:cNvSpPr/>
          <p:nvPr/>
        </p:nvSpPr>
        <p:spPr>
          <a:xfrm>
            <a:off x="1127805" y="2503449"/>
            <a:ext cx="2248249" cy="415462"/>
          </a:xfrm>
          <a:prstGeom prst="rect">
            <a:avLst/>
          </a:prstGeom>
          <a:ln>
            <a:solidFill>
              <a:schemeClr val="accent3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buClr>
                <a:schemeClr val="bg1"/>
              </a:buClr>
            </a:pPr>
            <a:r>
              <a:rPr lang="en-GB" sz="1600">
                <a:solidFill>
                  <a:schemeClr val="bg1"/>
                </a:solidFill>
              </a:rPr>
              <a:t>FIP</a:t>
            </a:r>
          </a:p>
        </p:txBody>
      </p:sp>
      <p:sp>
        <p:nvSpPr>
          <p:cNvPr id="34" name="Right Brace 33">
            <a:extLst>
              <a:ext uri="{FF2B5EF4-FFF2-40B4-BE49-F238E27FC236}">
                <a16:creationId xmlns:a16="http://schemas.microsoft.com/office/drawing/2014/main" id="{E3F0C1AB-2CF5-419C-8D04-48F3B585D85D}"/>
              </a:ext>
            </a:extLst>
          </p:cNvPr>
          <p:cNvSpPr/>
          <p:nvPr/>
        </p:nvSpPr>
        <p:spPr>
          <a:xfrm flipH="1">
            <a:off x="8154600" y="1050314"/>
            <a:ext cx="288969" cy="2508291"/>
          </a:xfrm>
          <a:prstGeom prst="rightBrace">
            <a:avLst>
              <a:gd name="adj1" fmla="val 39977"/>
              <a:gd name="adj2" fmla="val 50000"/>
            </a:avLst>
          </a:prstGeom>
          <a:ln w="22225"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11981A1-66B1-435A-8CD7-D0A8367B363B}"/>
              </a:ext>
            </a:extLst>
          </p:cNvPr>
          <p:cNvCxnSpPr>
            <a:cxnSpLocks/>
            <a:stCxn id="34" idx="1"/>
            <a:endCxn id="88" idx="3"/>
          </p:cNvCxnSpPr>
          <p:nvPr/>
        </p:nvCxnSpPr>
        <p:spPr>
          <a:xfrm flipH="1">
            <a:off x="3376054" y="2304460"/>
            <a:ext cx="4778546" cy="406720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167ADA1-D466-42DF-BAEB-78A90C4A8A3B}"/>
              </a:ext>
            </a:extLst>
          </p:cNvPr>
          <p:cNvGrpSpPr/>
          <p:nvPr/>
        </p:nvGrpSpPr>
        <p:grpSpPr>
          <a:xfrm>
            <a:off x="5455743" y="352394"/>
            <a:ext cx="2248249" cy="1607319"/>
            <a:chOff x="208183" y="2110824"/>
            <a:chExt cx="2248249" cy="1607319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9B338D13-E109-41CE-892F-D70E64837E15}"/>
                </a:ext>
              </a:extLst>
            </p:cNvPr>
            <p:cNvSpPr/>
            <p:nvPr/>
          </p:nvSpPr>
          <p:spPr>
            <a:xfrm>
              <a:off x="208183" y="2110824"/>
              <a:ext cx="2248249" cy="1607319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>
                <a:buClr>
                  <a:schemeClr val="bg1"/>
                </a:buClr>
              </a:pPr>
              <a:r>
                <a:rPr lang="en-GB">
                  <a:solidFill>
                    <a:schemeClr val="bg1"/>
                  </a:solidFill>
                </a:rPr>
                <a:t>TF-A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E3198C38-D56F-449F-A31C-71EC9AA768B8}"/>
                </a:ext>
              </a:extLst>
            </p:cNvPr>
            <p:cNvSpPr/>
            <p:nvPr/>
          </p:nvSpPr>
          <p:spPr>
            <a:xfrm>
              <a:off x="246011" y="2443871"/>
              <a:ext cx="2162184" cy="371520"/>
            </a:xfrm>
            <a:prstGeom prst="rect">
              <a:avLst/>
            </a:prstGeom>
            <a:ln>
              <a:solidFill>
                <a:srgbClr val="00B0F0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>
                <a:buClr>
                  <a:schemeClr val="bg1"/>
                </a:buClr>
              </a:pPr>
              <a:r>
                <a:rPr lang="en-GB" sz="1600">
                  <a:solidFill>
                    <a:schemeClr val="bg1"/>
                  </a:solidFill>
                </a:rPr>
                <a:t>TF-A STM32 Header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6B75F276-4734-4729-9E07-98DA466B0E06}"/>
                </a:ext>
              </a:extLst>
            </p:cNvPr>
            <p:cNvSpPr/>
            <p:nvPr/>
          </p:nvSpPr>
          <p:spPr>
            <a:xfrm>
              <a:off x="246011" y="2863197"/>
              <a:ext cx="2162184" cy="371520"/>
            </a:xfrm>
            <a:prstGeom prst="rect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>
                <a:buClr>
                  <a:schemeClr val="bg1"/>
                </a:buClr>
              </a:pPr>
              <a:r>
                <a:rPr lang="en-GB" sz="1600">
                  <a:solidFill>
                    <a:schemeClr val="bg1"/>
                  </a:solidFill>
                </a:rPr>
                <a:t>BL2 DT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6662C887-7758-49EB-B5F0-5D453D74DD39}"/>
                </a:ext>
              </a:extLst>
            </p:cNvPr>
            <p:cNvSpPr/>
            <p:nvPr/>
          </p:nvSpPr>
          <p:spPr>
            <a:xfrm>
              <a:off x="246011" y="3282522"/>
              <a:ext cx="2162184" cy="371520"/>
            </a:xfrm>
            <a:prstGeom prst="rect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>
                <a:buClr>
                  <a:schemeClr val="bg1"/>
                </a:buClr>
              </a:pPr>
              <a:r>
                <a:rPr lang="en-GB" sz="1600">
                  <a:solidFill>
                    <a:schemeClr val="bg1"/>
                  </a:solidFill>
                </a:rPr>
                <a:t>BL2</a:t>
              </a:r>
            </a:p>
          </p:txBody>
        </p:sp>
      </p:grpSp>
      <p:sp>
        <p:nvSpPr>
          <p:cNvPr id="49" name="Right Brace 48">
            <a:extLst>
              <a:ext uri="{FF2B5EF4-FFF2-40B4-BE49-F238E27FC236}">
                <a16:creationId xmlns:a16="http://schemas.microsoft.com/office/drawing/2014/main" id="{65E9CA32-0937-495C-A079-614A194F41C5}"/>
              </a:ext>
            </a:extLst>
          </p:cNvPr>
          <p:cNvSpPr/>
          <p:nvPr/>
        </p:nvSpPr>
        <p:spPr>
          <a:xfrm flipH="1">
            <a:off x="5050288" y="360969"/>
            <a:ext cx="347611" cy="1543218"/>
          </a:xfrm>
          <a:prstGeom prst="rightBrace">
            <a:avLst>
              <a:gd name="adj1" fmla="val 45645"/>
              <a:gd name="adj2" fmla="val 50000"/>
            </a:avLst>
          </a:prstGeom>
          <a:ln w="22225"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7B111AE-492C-4CD4-9267-EDBB786D58E7}"/>
              </a:ext>
            </a:extLst>
          </p:cNvPr>
          <p:cNvCxnSpPr>
            <a:cxnSpLocks/>
            <a:stCxn id="49" idx="1"/>
            <a:endCxn id="63" idx="3"/>
          </p:cNvCxnSpPr>
          <p:nvPr/>
        </p:nvCxnSpPr>
        <p:spPr>
          <a:xfrm flipH="1" flipV="1">
            <a:off x="3376053" y="815082"/>
            <a:ext cx="1674235" cy="317496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63F2089-B4CD-4191-9135-6C06B388C5B3}"/>
              </a:ext>
            </a:extLst>
          </p:cNvPr>
          <p:cNvGrpSpPr/>
          <p:nvPr/>
        </p:nvGrpSpPr>
        <p:grpSpPr>
          <a:xfrm>
            <a:off x="8500343" y="1050314"/>
            <a:ext cx="2248249" cy="2583157"/>
            <a:chOff x="648781" y="3405267"/>
            <a:chExt cx="2248249" cy="2583157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C21A9ED2-E32E-4A97-925E-E6E86E2F1914}"/>
                </a:ext>
              </a:extLst>
            </p:cNvPr>
            <p:cNvGrpSpPr/>
            <p:nvPr/>
          </p:nvGrpSpPr>
          <p:grpSpPr>
            <a:xfrm>
              <a:off x="648781" y="3405267"/>
              <a:ext cx="2248249" cy="2583157"/>
              <a:chOff x="208183" y="1830836"/>
              <a:chExt cx="2248249" cy="2337808"/>
            </a:xfrm>
          </p:grpSpPr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EF6810A9-D6F7-47A5-97EA-CD8709576C54}"/>
                  </a:ext>
                </a:extLst>
              </p:cNvPr>
              <p:cNvSpPr/>
              <p:nvPr/>
            </p:nvSpPr>
            <p:spPr>
              <a:xfrm>
                <a:off x="208183" y="1830836"/>
                <a:ext cx="2248249" cy="2337808"/>
              </a:xfrm>
              <a:prstGeom prst="rect">
                <a:avLst/>
              </a:prstGeom>
              <a:ln>
                <a:solidFill>
                  <a:schemeClr val="accent3"/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>
                  <a:buClr>
                    <a:schemeClr val="bg1"/>
                  </a:buClr>
                </a:pPr>
                <a:r>
                  <a:rPr lang="en-GB">
                    <a:solidFill>
                      <a:schemeClr val="bg1"/>
                    </a:solidFill>
                  </a:rPr>
                  <a:t>FIP</a:t>
                </a: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37C9D457-B09A-47DF-82F0-DEAF2E8617D9}"/>
                  </a:ext>
                </a:extLst>
              </p:cNvPr>
              <p:cNvSpPr/>
              <p:nvPr/>
            </p:nvSpPr>
            <p:spPr>
              <a:xfrm>
                <a:off x="246011" y="2888053"/>
                <a:ext cx="2162184" cy="325807"/>
              </a:xfrm>
              <a:prstGeom prst="rect">
                <a:avLst/>
              </a:prstGeom>
              <a:ln/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>
                  <a:buClr>
                    <a:schemeClr val="bg1"/>
                  </a:buClr>
                </a:pPr>
                <a:r>
                  <a:rPr lang="en-GB" sz="1600">
                    <a:solidFill>
                      <a:schemeClr val="bg1"/>
                    </a:solidFill>
                  </a:rPr>
                  <a:t>TEE PAGEABLE</a:t>
                </a:r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CDD6679B-1E08-4594-946E-3760854DF00A}"/>
                  </a:ext>
                </a:extLst>
              </p:cNvPr>
              <p:cNvSpPr/>
              <p:nvPr/>
            </p:nvSpPr>
            <p:spPr>
              <a:xfrm>
                <a:off x="257039" y="3294583"/>
                <a:ext cx="2162184" cy="325807"/>
              </a:xfrm>
              <a:prstGeom prst="rect">
                <a:avLst/>
              </a:prstGeom>
              <a:ln/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>
                  <a:buClr>
                    <a:schemeClr val="bg1"/>
                  </a:buClr>
                </a:pPr>
                <a:r>
                  <a:rPr lang="en-GB" sz="1600">
                    <a:solidFill>
                      <a:schemeClr val="bg1"/>
                    </a:solidFill>
                  </a:rPr>
                  <a:t>HW-CONFIG (DT)</a:t>
                </a:r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CB0A8D92-D9B0-46BD-B1B9-76478FD07302}"/>
                  </a:ext>
                </a:extLst>
              </p:cNvPr>
              <p:cNvSpPr/>
              <p:nvPr/>
            </p:nvSpPr>
            <p:spPr>
              <a:xfrm>
                <a:off x="246011" y="3701112"/>
                <a:ext cx="2162184" cy="325807"/>
              </a:xfrm>
              <a:prstGeom prst="rect">
                <a:avLst/>
              </a:prstGeom>
              <a:ln/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>
                  <a:buClr>
                    <a:schemeClr val="bg1"/>
                  </a:buClr>
                </a:pPr>
                <a:r>
                  <a:rPr lang="en-GB" sz="1600">
                    <a:solidFill>
                      <a:schemeClr val="bg1"/>
                    </a:solidFill>
                  </a:rPr>
                  <a:t>UBOOT</a:t>
                </a:r>
              </a:p>
            </p:txBody>
          </p:sp>
        </p:grp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2812A1A2-789F-4805-8FA6-86BD381266D7}"/>
                </a:ext>
              </a:extLst>
            </p:cNvPr>
            <p:cNvSpPr/>
            <p:nvPr/>
          </p:nvSpPr>
          <p:spPr>
            <a:xfrm>
              <a:off x="678073" y="3714037"/>
              <a:ext cx="2162184" cy="360000"/>
            </a:xfrm>
            <a:prstGeom prst="rect">
              <a:avLst/>
            </a:prstGeom>
            <a:ln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>
                <a:buClr>
                  <a:schemeClr val="bg1"/>
                </a:buClr>
              </a:pPr>
              <a:r>
                <a:rPr lang="en-GB" sz="1600">
                  <a:solidFill>
                    <a:schemeClr val="bg1"/>
                  </a:solidFill>
                </a:rPr>
                <a:t>TEE HEADER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00F5ED7A-FCD4-42A3-9D97-FDE613C9FCC3}"/>
                </a:ext>
              </a:extLst>
            </p:cNvPr>
            <p:cNvSpPr/>
            <p:nvPr/>
          </p:nvSpPr>
          <p:spPr>
            <a:xfrm>
              <a:off x="680821" y="4124242"/>
              <a:ext cx="2162184" cy="360000"/>
            </a:xfrm>
            <a:prstGeom prst="rect">
              <a:avLst/>
            </a:prstGeom>
            <a:ln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>
                <a:buClr>
                  <a:schemeClr val="bg1"/>
                </a:buClr>
              </a:pPr>
              <a:r>
                <a:rPr lang="en-GB" sz="1600">
                  <a:solidFill>
                    <a:schemeClr val="bg1"/>
                  </a:solidFill>
                </a:rPr>
                <a:t>TEE CORE + DT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F2650E-4F48-4D32-BE15-BA8FAEACB63A}"/>
              </a:ext>
            </a:extLst>
          </p:cNvPr>
          <p:cNvGrpSpPr/>
          <p:nvPr/>
        </p:nvGrpSpPr>
        <p:grpSpPr>
          <a:xfrm>
            <a:off x="5455743" y="2917389"/>
            <a:ext cx="2248249" cy="1291579"/>
            <a:chOff x="4564558" y="2770584"/>
            <a:chExt cx="2248249" cy="1291579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EE75A0AF-1167-43C4-95F8-B8B4419D5D59}"/>
                </a:ext>
              </a:extLst>
            </p:cNvPr>
            <p:cNvSpPr/>
            <p:nvPr/>
          </p:nvSpPr>
          <p:spPr>
            <a:xfrm>
              <a:off x="4564558" y="2770584"/>
              <a:ext cx="2248249" cy="1291579"/>
            </a:xfrm>
            <a:prstGeom prst="rect">
              <a:avLst/>
            </a:prstGeom>
            <a:ln>
              <a:solidFill>
                <a:schemeClr val="accent3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>
                <a:buClr>
                  <a:schemeClr val="bg1"/>
                </a:buClr>
              </a:pPr>
              <a:r>
                <a:rPr lang="en-GB">
                  <a:solidFill>
                    <a:schemeClr val="bg1"/>
                  </a:solidFill>
                </a:rPr>
                <a:t>BOOTFS (ext4)</a:t>
              </a:r>
              <a:br>
                <a:rPr lang="en-GB">
                  <a:solidFill>
                    <a:schemeClr val="bg1"/>
                  </a:solidFill>
                </a:rPr>
              </a:br>
              <a:endParaRPr lang="en-GB">
                <a:solidFill>
                  <a:schemeClr val="bg1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75CC605-462F-4846-B927-32482CB3498B}"/>
                </a:ext>
              </a:extLst>
            </p:cNvPr>
            <p:cNvSpPr/>
            <p:nvPr/>
          </p:nvSpPr>
          <p:spPr>
            <a:xfrm>
              <a:off x="4689156" y="3131827"/>
              <a:ext cx="1912167" cy="81125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r>
                <a:rPr lang="fr-FR" err="1"/>
                <a:t>uImage</a:t>
              </a:r>
              <a:endParaRPr lang="fr-FR"/>
            </a:p>
            <a:p>
              <a:pPr marL="285750" indent="-285750"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r>
                <a:rPr lang="fr-FR" err="1"/>
                <a:t>Device</a:t>
              </a:r>
              <a:r>
                <a:rPr lang="fr-FR"/>
                <a:t> </a:t>
              </a:r>
              <a:r>
                <a:rPr lang="fr-FR" err="1"/>
                <a:t>tree</a:t>
              </a:r>
              <a:endParaRPr lang="fr-FR"/>
            </a:p>
            <a:p>
              <a:pPr marL="285750" indent="-285750"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r>
                <a:rPr lang="fr-FR" err="1"/>
                <a:t>cmdline</a:t>
              </a:r>
              <a:endParaRPr lang="fr-FR"/>
            </a:p>
          </p:txBody>
        </p:sp>
      </p:grp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5F3ABED9-D136-4D98-9DA3-C49241D0F55A}"/>
              </a:ext>
            </a:extLst>
          </p:cNvPr>
          <p:cNvCxnSpPr>
            <a:cxnSpLocks/>
            <a:stCxn id="66" idx="1"/>
            <a:endCxn id="36" idx="3"/>
          </p:cNvCxnSpPr>
          <p:nvPr/>
        </p:nvCxnSpPr>
        <p:spPr>
          <a:xfrm flipH="1">
            <a:off x="3376055" y="3563179"/>
            <a:ext cx="2079688" cy="70517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Group 73">
            <a:extLst>
              <a:ext uri="{FF2B5EF4-FFF2-40B4-BE49-F238E27FC236}">
                <a16:creationId xmlns:a16="http://schemas.microsoft.com/office/drawing/2014/main" id="{09D8B5D5-1F36-4728-A828-EB0FBE507305}"/>
              </a:ext>
            </a:extLst>
          </p:cNvPr>
          <p:cNvGrpSpPr/>
          <p:nvPr/>
        </p:nvGrpSpPr>
        <p:grpSpPr>
          <a:xfrm>
            <a:off x="8506166" y="3886073"/>
            <a:ext cx="2248249" cy="1291579"/>
            <a:chOff x="4503373" y="2534397"/>
            <a:chExt cx="2248249" cy="1291579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C773DFA6-1787-4392-9E7A-FFE27E2C2FE7}"/>
                </a:ext>
              </a:extLst>
            </p:cNvPr>
            <p:cNvSpPr/>
            <p:nvPr/>
          </p:nvSpPr>
          <p:spPr>
            <a:xfrm>
              <a:off x="4503373" y="2534397"/>
              <a:ext cx="2248249" cy="1291579"/>
            </a:xfrm>
            <a:prstGeom prst="rect">
              <a:avLst/>
            </a:prstGeom>
            <a:ln>
              <a:solidFill>
                <a:schemeClr val="accent3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>
                <a:buClr>
                  <a:schemeClr val="bg1"/>
                </a:buClr>
              </a:pPr>
              <a:r>
                <a:rPr lang="en-GB">
                  <a:solidFill>
                    <a:schemeClr val="bg1"/>
                  </a:solidFill>
                </a:rPr>
                <a:t>ROOTFS (ext4)</a:t>
              </a:r>
              <a:br>
                <a:rPr lang="en-GB">
                  <a:solidFill>
                    <a:schemeClr val="bg1"/>
                  </a:solidFill>
                </a:rPr>
              </a:br>
              <a:endParaRPr lang="en-GB">
                <a:solidFill>
                  <a:schemeClr val="bg1"/>
                </a:solidFill>
              </a:endParaRP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087D9BD7-EA74-4CAD-95CA-1A246ADA0367}"/>
                </a:ext>
              </a:extLst>
            </p:cNvPr>
            <p:cNvSpPr/>
            <p:nvPr/>
          </p:nvSpPr>
          <p:spPr>
            <a:xfrm>
              <a:off x="4681673" y="2919170"/>
              <a:ext cx="1912167" cy="81125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r>
                <a:rPr lang="fr-FR"/>
                <a:t>Linux root filesystem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E2C661D4-A66A-4026-A343-09A78DEFCB9B}"/>
              </a:ext>
            </a:extLst>
          </p:cNvPr>
          <p:cNvGrpSpPr/>
          <p:nvPr/>
        </p:nvGrpSpPr>
        <p:grpSpPr>
          <a:xfrm>
            <a:off x="5455743" y="4829072"/>
            <a:ext cx="2248249" cy="1291579"/>
            <a:chOff x="4503373" y="2534397"/>
            <a:chExt cx="2248249" cy="1291579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7C7AB49A-AF76-4A43-8A2C-13339FC20361}"/>
                </a:ext>
              </a:extLst>
            </p:cNvPr>
            <p:cNvSpPr/>
            <p:nvPr/>
          </p:nvSpPr>
          <p:spPr>
            <a:xfrm>
              <a:off x="4503373" y="2534397"/>
              <a:ext cx="2248249" cy="1291579"/>
            </a:xfrm>
            <a:prstGeom prst="rect">
              <a:avLst/>
            </a:prstGeom>
            <a:ln>
              <a:solidFill>
                <a:schemeClr val="accent3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>
                <a:buClr>
                  <a:schemeClr val="bg1"/>
                </a:buClr>
              </a:pPr>
              <a:r>
                <a:rPr lang="en-GB">
                  <a:solidFill>
                    <a:schemeClr val="bg1"/>
                  </a:solidFill>
                </a:rPr>
                <a:t>VENDORFS (ext4)</a:t>
              </a:r>
              <a:br>
                <a:rPr lang="en-GB">
                  <a:solidFill>
                    <a:schemeClr val="bg1"/>
                  </a:solidFill>
                </a:rPr>
              </a:br>
              <a:endParaRPr lang="en-GB">
                <a:solidFill>
                  <a:schemeClr val="bg1"/>
                </a:solidFill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99A8E438-02CB-4790-AC65-3B504B2E0E41}"/>
                </a:ext>
              </a:extLst>
            </p:cNvPr>
            <p:cNvSpPr/>
            <p:nvPr/>
          </p:nvSpPr>
          <p:spPr>
            <a:xfrm>
              <a:off x="4681673" y="2919170"/>
              <a:ext cx="1912167" cy="81125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r>
                <a:rPr lang="fr-FR"/>
                <a:t>3rd part </a:t>
              </a:r>
              <a:r>
                <a:rPr lang="fr-FR" err="1"/>
                <a:t>proprietary</a:t>
              </a:r>
              <a:r>
                <a:rPr lang="fr-FR"/>
                <a:t> </a:t>
              </a:r>
              <a:r>
                <a:rPr lang="fr-FR" err="1"/>
                <a:t>binaries</a:t>
              </a:r>
              <a:endParaRPr lang="fr-FR"/>
            </a:p>
          </p:txBody>
        </p:sp>
      </p:grp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FE21EB06-8C4F-4CA0-8857-5D53843EFC68}"/>
              </a:ext>
            </a:extLst>
          </p:cNvPr>
          <p:cNvCxnSpPr>
            <a:cxnSpLocks/>
            <a:stCxn id="75" idx="1"/>
            <a:endCxn id="38" idx="3"/>
          </p:cNvCxnSpPr>
          <p:nvPr/>
        </p:nvCxnSpPr>
        <p:spPr>
          <a:xfrm flipH="1">
            <a:off x="3376055" y="4531863"/>
            <a:ext cx="5130111" cy="44832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C4C399DA-E11F-4678-942C-9C731E885534}"/>
              </a:ext>
            </a:extLst>
          </p:cNvPr>
          <p:cNvCxnSpPr>
            <a:cxnSpLocks/>
            <a:endCxn id="42" idx="3"/>
          </p:cNvCxnSpPr>
          <p:nvPr/>
        </p:nvCxnSpPr>
        <p:spPr>
          <a:xfrm flipH="1">
            <a:off x="3376054" y="6445181"/>
            <a:ext cx="5124289" cy="10577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85774ECA-6516-4A72-AFB9-97ED0611066B}"/>
              </a:ext>
            </a:extLst>
          </p:cNvPr>
          <p:cNvCxnSpPr>
            <a:cxnSpLocks/>
            <a:stCxn id="78" idx="1"/>
            <a:endCxn id="40" idx="3"/>
          </p:cNvCxnSpPr>
          <p:nvPr/>
        </p:nvCxnSpPr>
        <p:spPr>
          <a:xfrm flipH="1">
            <a:off x="3376054" y="5474862"/>
            <a:ext cx="2079689" cy="17841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7" name="Group 86">
            <a:extLst>
              <a:ext uri="{FF2B5EF4-FFF2-40B4-BE49-F238E27FC236}">
                <a16:creationId xmlns:a16="http://schemas.microsoft.com/office/drawing/2014/main" id="{31B48A65-2578-4F64-AD7B-D6728C6B2244}"/>
              </a:ext>
            </a:extLst>
          </p:cNvPr>
          <p:cNvGrpSpPr/>
          <p:nvPr/>
        </p:nvGrpSpPr>
        <p:grpSpPr>
          <a:xfrm>
            <a:off x="8506165" y="5430254"/>
            <a:ext cx="2248249" cy="1291579"/>
            <a:chOff x="4503373" y="2534397"/>
            <a:chExt cx="2248249" cy="1291579"/>
          </a:xfrm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FD088BB5-0404-4919-80ED-5E065C8D1C13}"/>
                </a:ext>
              </a:extLst>
            </p:cNvPr>
            <p:cNvSpPr/>
            <p:nvPr/>
          </p:nvSpPr>
          <p:spPr>
            <a:xfrm>
              <a:off x="4503373" y="2534397"/>
              <a:ext cx="2248249" cy="1291579"/>
            </a:xfrm>
            <a:prstGeom prst="rect">
              <a:avLst/>
            </a:prstGeom>
            <a:ln>
              <a:solidFill>
                <a:schemeClr val="accent3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>
                <a:buClr>
                  <a:schemeClr val="bg1"/>
                </a:buClr>
              </a:pPr>
              <a:r>
                <a:rPr lang="en-GB">
                  <a:solidFill>
                    <a:schemeClr val="bg1"/>
                  </a:solidFill>
                </a:rPr>
                <a:t>USERFS (ext4)</a:t>
              </a:r>
              <a:br>
                <a:rPr lang="en-GB">
                  <a:solidFill>
                    <a:schemeClr val="bg1"/>
                  </a:solidFill>
                </a:rPr>
              </a:br>
              <a:endParaRPr lang="en-GB">
                <a:solidFill>
                  <a:schemeClr val="bg1"/>
                </a:solidFill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BB1680B4-05BF-44F0-BBCB-F15375FD551D}"/>
                </a:ext>
              </a:extLst>
            </p:cNvPr>
            <p:cNvSpPr/>
            <p:nvPr/>
          </p:nvSpPr>
          <p:spPr>
            <a:xfrm>
              <a:off x="4681673" y="2919170"/>
              <a:ext cx="1912167" cy="81125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r>
                <a:rPr lang="fr-FR"/>
                <a:t>User data</a:t>
              </a:r>
            </a:p>
            <a:p>
              <a:pPr marL="285750" indent="-285750"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r>
                <a:rPr lang="fr-FR" err="1"/>
                <a:t>examples</a:t>
              </a:r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1759592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4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03B6DEB-9138-491C-9DCD-713C0A2E7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FOTA Layout</a:t>
            </a:r>
            <a:br>
              <a:rPr lang="en-GB"/>
            </a:br>
            <a:r>
              <a:rPr lang="en-GB"/>
              <a:t>A/B mechanism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D32B41-3F1A-4EDF-88EE-F4198B2E8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7032" y="6334731"/>
            <a:ext cx="411004" cy="292554"/>
          </a:xfrm>
        </p:spPr>
        <p:txBody>
          <a:bodyPr/>
          <a:lstStyle/>
          <a:p>
            <a:fld id="{62A42E78-4FE3-4E16-9FB9-64A349BFE3FC}" type="slidenum">
              <a:rPr lang="fr-FR" smtClean="0"/>
              <a:pPr/>
              <a:t>4</a:t>
            </a:fld>
            <a:endParaRPr lang="fr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FA947C3-521D-43F0-96D3-2637DD52D75B}"/>
              </a:ext>
            </a:extLst>
          </p:cNvPr>
          <p:cNvSpPr/>
          <p:nvPr/>
        </p:nvSpPr>
        <p:spPr>
          <a:xfrm>
            <a:off x="611240" y="139148"/>
            <a:ext cx="3037598" cy="656249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buClr>
                <a:schemeClr val="bg1"/>
              </a:buClr>
            </a:pPr>
            <a:r>
              <a:rPr lang="en-GB"/>
              <a:t>External Storage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A241D4D-F92A-48A2-8703-E695808636FD}"/>
              </a:ext>
            </a:extLst>
          </p:cNvPr>
          <p:cNvSpPr/>
          <p:nvPr/>
        </p:nvSpPr>
        <p:spPr>
          <a:xfrm>
            <a:off x="1127806" y="952609"/>
            <a:ext cx="2248247" cy="415462"/>
          </a:xfrm>
          <a:prstGeom prst="rect">
            <a:avLst/>
          </a:prstGeom>
          <a:solidFill>
            <a:schemeClr val="accent2"/>
          </a:solidFill>
          <a:ln>
            <a:solidFill>
              <a:srgbClr val="E6007E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buClr>
                <a:schemeClr val="bg1"/>
              </a:buClr>
            </a:pPr>
            <a:r>
              <a:rPr lang="en-GB" sz="1600">
                <a:solidFill>
                  <a:schemeClr val="bg1"/>
                </a:solidFill>
              </a:rPr>
              <a:t>TF-A (BL2) (Copy 2)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75069B5-1BC5-4698-8873-B17E054BF109}"/>
              </a:ext>
            </a:extLst>
          </p:cNvPr>
          <p:cNvSpPr/>
          <p:nvPr/>
        </p:nvSpPr>
        <p:spPr>
          <a:xfrm>
            <a:off x="1127806" y="3406090"/>
            <a:ext cx="2248249" cy="415462"/>
          </a:xfrm>
          <a:prstGeom prst="rect">
            <a:avLst/>
          </a:prstGeom>
          <a:ln>
            <a:solidFill>
              <a:schemeClr val="accent3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buClr>
                <a:schemeClr val="bg1"/>
              </a:buClr>
            </a:pPr>
            <a:r>
              <a:rPr lang="en-GB" sz="1600">
                <a:solidFill>
                  <a:schemeClr val="bg1"/>
                </a:solidFill>
              </a:rPr>
              <a:t>BOOTFS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78B33BB-4FDB-42C2-835C-FC381CCF5688}"/>
              </a:ext>
            </a:extLst>
          </p:cNvPr>
          <p:cNvSpPr/>
          <p:nvPr/>
        </p:nvSpPr>
        <p:spPr>
          <a:xfrm>
            <a:off x="1127806" y="4349089"/>
            <a:ext cx="2248249" cy="415462"/>
          </a:xfrm>
          <a:prstGeom prst="rect">
            <a:avLst/>
          </a:prstGeom>
          <a:ln>
            <a:solidFill>
              <a:schemeClr val="accent3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buClr>
                <a:schemeClr val="bg1"/>
              </a:buClr>
            </a:pPr>
            <a:r>
              <a:rPr lang="en-GB" sz="1600">
                <a:solidFill>
                  <a:schemeClr val="bg1"/>
                </a:solidFill>
              </a:rPr>
              <a:t>ROOTFS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7D35316-E5EF-408B-9AA8-D162E71CA6AB}"/>
              </a:ext>
            </a:extLst>
          </p:cNvPr>
          <p:cNvSpPr/>
          <p:nvPr/>
        </p:nvSpPr>
        <p:spPr>
          <a:xfrm>
            <a:off x="1127805" y="5265097"/>
            <a:ext cx="2248249" cy="415462"/>
          </a:xfrm>
          <a:prstGeom prst="rect">
            <a:avLst/>
          </a:prstGeom>
          <a:ln>
            <a:solidFill>
              <a:schemeClr val="accent3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buClr>
                <a:schemeClr val="bg1"/>
              </a:buClr>
            </a:pPr>
            <a:r>
              <a:rPr lang="en-GB" sz="1600">
                <a:solidFill>
                  <a:schemeClr val="bg1"/>
                </a:solidFill>
              </a:rPr>
              <a:t>VENDORFS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71F9E94-60CC-4270-8F82-2DEBEC4F84A5}"/>
              </a:ext>
            </a:extLst>
          </p:cNvPr>
          <p:cNvSpPr/>
          <p:nvPr/>
        </p:nvSpPr>
        <p:spPr>
          <a:xfrm>
            <a:off x="1127805" y="6228152"/>
            <a:ext cx="2248249" cy="415462"/>
          </a:xfrm>
          <a:prstGeom prst="rect">
            <a:avLst/>
          </a:prstGeom>
          <a:solidFill>
            <a:schemeClr val="accent2"/>
          </a:solidFill>
          <a:ln>
            <a:solidFill>
              <a:schemeClr val="accent3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buClr>
                <a:schemeClr val="bg1"/>
              </a:buClr>
            </a:pPr>
            <a:r>
              <a:rPr lang="en-GB" sz="1600">
                <a:solidFill>
                  <a:schemeClr val="bg1"/>
                </a:solidFill>
              </a:rPr>
              <a:t>USERFS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2458227-66F5-4B42-994E-DA3578CA73C3}"/>
              </a:ext>
            </a:extLst>
          </p:cNvPr>
          <p:cNvSpPr/>
          <p:nvPr/>
        </p:nvSpPr>
        <p:spPr>
          <a:xfrm>
            <a:off x="1127805" y="2935737"/>
            <a:ext cx="2248249" cy="415462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buClr>
                <a:schemeClr val="bg1"/>
              </a:buClr>
            </a:pPr>
            <a:r>
              <a:rPr lang="en-GB" sz="1600">
                <a:solidFill>
                  <a:schemeClr val="bg1"/>
                </a:solidFill>
              </a:rPr>
              <a:t>FIP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90AC805-C34B-4BAE-BC20-6020A1BDDD87}"/>
              </a:ext>
            </a:extLst>
          </p:cNvPr>
          <p:cNvSpPr txBox="1"/>
          <p:nvPr/>
        </p:nvSpPr>
        <p:spPr>
          <a:xfrm>
            <a:off x="765541" y="202878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/>
              <a:t>#4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0C60AB3-6558-4172-AE78-2AACCC2BF0C8}"/>
              </a:ext>
            </a:extLst>
          </p:cNvPr>
          <p:cNvSpPr txBox="1"/>
          <p:nvPr/>
        </p:nvSpPr>
        <p:spPr>
          <a:xfrm>
            <a:off x="754930" y="3903607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/>
              <a:t>#8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2D36DFB-54C2-484F-85E9-83A8D87559D1}"/>
              </a:ext>
            </a:extLst>
          </p:cNvPr>
          <p:cNvSpPr txBox="1"/>
          <p:nvPr/>
        </p:nvSpPr>
        <p:spPr>
          <a:xfrm>
            <a:off x="754930" y="2526903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/>
              <a:t>#5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6209587A-DF46-4CA4-B777-9AC366682012}"/>
              </a:ext>
            </a:extLst>
          </p:cNvPr>
          <p:cNvSpPr txBox="1"/>
          <p:nvPr/>
        </p:nvSpPr>
        <p:spPr>
          <a:xfrm>
            <a:off x="745846" y="2959647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/>
              <a:t>#6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374D915-41FE-4397-9CCD-637620B5C6B5}"/>
              </a:ext>
            </a:extLst>
          </p:cNvPr>
          <p:cNvSpPr txBox="1"/>
          <p:nvPr/>
        </p:nvSpPr>
        <p:spPr>
          <a:xfrm>
            <a:off x="765541" y="3443369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/>
              <a:t>#7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E9DB279-C172-4958-90C7-D812E8ADFB6D}"/>
              </a:ext>
            </a:extLst>
          </p:cNvPr>
          <p:cNvSpPr txBox="1"/>
          <p:nvPr/>
        </p:nvSpPr>
        <p:spPr>
          <a:xfrm>
            <a:off x="765968" y="1485477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/>
              <a:t>#3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D962F61-E726-4239-8E93-47B178927FC2}"/>
              </a:ext>
            </a:extLst>
          </p:cNvPr>
          <p:cNvSpPr/>
          <p:nvPr/>
        </p:nvSpPr>
        <p:spPr>
          <a:xfrm>
            <a:off x="1127806" y="478144"/>
            <a:ext cx="2248247" cy="415462"/>
          </a:xfrm>
          <a:prstGeom prst="rect">
            <a:avLst/>
          </a:prstGeom>
          <a:solidFill>
            <a:schemeClr val="accent2"/>
          </a:solidFill>
          <a:ln>
            <a:solidFill>
              <a:srgbClr val="E6007E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buClr>
                <a:schemeClr val="bg1"/>
              </a:buClr>
            </a:pPr>
            <a:r>
              <a:rPr lang="en-GB" sz="1600">
                <a:solidFill>
                  <a:schemeClr val="bg1"/>
                </a:solidFill>
              </a:rPr>
              <a:t>TF-A (BL2) (Copy 1)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2CAFA16-5A87-4C8B-B4E4-8C8A91F58716}"/>
              </a:ext>
            </a:extLst>
          </p:cNvPr>
          <p:cNvSpPr txBox="1"/>
          <p:nvPr/>
        </p:nvSpPr>
        <p:spPr>
          <a:xfrm>
            <a:off x="767884" y="95389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/>
              <a:t>#2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EFEE595-666F-4752-B6B7-8CEBE0E5CE97}"/>
              </a:ext>
            </a:extLst>
          </p:cNvPr>
          <p:cNvSpPr txBox="1"/>
          <p:nvPr/>
        </p:nvSpPr>
        <p:spPr>
          <a:xfrm>
            <a:off x="782742" y="500361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/>
              <a:t>#1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807BD54-1B0A-48A3-B58E-0A270677C279}"/>
              </a:ext>
            </a:extLst>
          </p:cNvPr>
          <p:cNvSpPr/>
          <p:nvPr/>
        </p:nvSpPr>
        <p:spPr>
          <a:xfrm>
            <a:off x="1127805" y="2483574"/>
            <a:ext cx="2248249" cy="415462"/>
          </a:xfrm>
          <a:prstGeom prst="rect">
            <a:avLst/>
          </a:prstGeom>
          <a:ln>
            <a:solidFill>
              <a:schemeClr val="accent3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buClr>
                <a:schemeClr val="bg1"/>
              </a:buClr>
            </a:pPr>
            <a:r>
              <a:rPr lang="en-GB" sz="1600">
                <a:solidFill>
                  <a:schemeClr val="bg1"/>
                </a:solidFill>
              </a:rPr>
              <a:t>FIP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0AA90FB5-1F04-46D0-A540-E8504238CD91}"/>
              </a:ext>
            </a:extLst>
          </p:cNvPr>
          <p:cNvSpPr/>
          <p:nvPr/>
        </p:nvSpPr>
        <p:spPr>
          <a:xfrm>
            <a:off x="1127805" y="3874167"/>
            <a:ext cx="2248249" cy="415462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buClr>
                <a:schemeClr val="bg1"/>
              </a:buClr>
            </a:pPr>
            <a:r>
              <a:rPr lang="en-GB" sz="1600">
                <a:solidFill>
                  <a:schemeClr val="bg1"/>
                </a:solidFill>
              </a:rPr>
              <a:t>BOOTFS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584F1899-C348-457E-8AF3-05639EB7E4D4}"/>
              </a:ext>
            </a:extLst>
          </p:cNvPr>
          <p:cNvSpPr/>
          <p:nvPr/>
        </p:nvSpPr>
        <p:spPr>
          <a:xfrm>
            <a:off x="1127805" y="4812016"/>
            <a:ext cx="2248249" cy="415462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buClr>
                <a:schemeClr val="bg1"/>
              </a:buClr>
            </a:pPr>
            <a:r>
              <a:rPr lang="en-GB" sz="1600">
                <a:solidFill>
                  <a:schemeClr val="bg1"/>
                </a:solidFill>
              </a:rPr>
              <a:t>ROOTFS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B997D465-010A-423F-A6F8-60446A0620C3}"/>
              </a:ext>
            </a:extLst>
          </p:cNvPr>
          <p:cNvSpPr/>
          <p:nvPr/>
        </p:nvSpPr>
        <p:spPr>
          <a:xfrm>
            <a:off x="1127805" y="5749865"/>
            <a:ext cx="2248249" cy="415462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buClr>
                <a:schemeClr val="bg1"/>
              </a:buClr>
            </a:pPr>
            <a:r>
              <a:rPr lang="en-GB" sz="1600">
                <a:solidFill>
                  <a:schemeClr val="bg1"/>
                </a:solidFill>
              </a:rPr>
              <a:t>VENDORFS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0C52D64-B4F8-4013-B9A8-1AF815761996}"/>
              </a:ext>
            </a:extLst>
          </p:cNvPr>
          <p:cNvSpPr txBox="1"/>
          <p:nvPr/>
        </p:nvSpPr>
        <p:spPr>
          <a:xfrm>
            <a:off x="628359" y="5283862"/>
            <a:ext cx="552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/>
              <a:t>#11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501DD27-0179-4BD9-B4AE-4C296074E17E}"/>
              </a:ext>
            </a:extLst>
          </p:cNvPr>
          <p:cNvSpPr txBox="1"/>
          <p:nvPr/>
        </p:nvSpPr>
        <p:spPr>
          <a:xfrm>
            <a:off x="611239" y="4860214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/>
              <a:t>#10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4109AC59-3355-4BB4-874F-D35EC6C43B4E}"/>
              </a:ext>
            </a:extLst>
          </p:cNvPr>
          <p:cNvSpPr txBox="1"/>
          <p:nvPr/>
        </p:nvSpPr>
        <p:spPr>
          <a:xfrm>
            <a:off x="752468" y="4375075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/>
              <a:t>#9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CF530E4-57E7-417B-9251-5DACF1097C11}"/>
              </a:ext>
            </a:extLst>
          </p:cNvPr>
          <p:cNvSpPr/>
          <p:nvPr/>
        </p:nvSpPr>
        <p:spPr>
          <a:xfrm>
            <a:off x="9332511" y="1368071"/>
            <a:ext cx="2248249" cy="415462"/>
          </a:xfrm>
          <a:prstGeom prst="rect">
            <a:avLst/>
          </a:prstGeom>
          <a:ln>
            <a:solidFill>
              <a:schemeClr val="accent3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buClr>
                <a:schemeClr val="bg1"/>
              </a:buClr>
            </a:pPr>
            <a:r>
              <a:rPr lang="en-GB" sz="1600">
                <a:solidFill>
                  <a:schemeClr val="bg1"/>
                </a:solidFill>
              </a:rPr>
              <a:t>Partition 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EC60084-E735-4DDC-AEE5-BB535DA47FD7}"/>
              </a:ext>
            </a:extLst>
          </p:cNvPr>
          <p:cNvSpPr/>
          <p:nvPr/>
        </p:nvSpPr>
        <p:spPr>
          <a:xfrm>
            <a:off x="9332511" y="2331126"/>
            <a:ext cx="2248249" cy="415462"/>
          </a:xfrm>
          <a:prstGeom prst="rect">
            <a:avLst/>
          </a:prstGeom>
          <a:solidFill>
            <a:schemeClr val="accent2"/>
          </a:solidFill>
          <a:ln>
            <a:solidFill>
              <a:schemeClr val="accent3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buClr>
                <a:schemeClr val="bg1"/>
              </a:buClr>
            </a:pPr>
            <a:r>
              <a:rPr lang="en-GB" sz="1600">
                <a:solidFill>
                  <a:schemeClr val="bg1"/>
                </a:solidFill>
              </a:rPr>
              <a:t>Not updated partition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A318FE9-1AF7-42EE-875A-979777AF7E10}"/>
              </a:ext>
            </a:extLst>
          </p:cNvPr>
          <p:cNvSpPr/>
          <p:nvPr/>
        </p:nvSpPr>
        <p:spPr>
          <a:xfrm>
            <a:off x="9332511" y="1852839"/>
            <a:ext cx="2248249" cy="415462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buClr>
                <a:schemeClr val="bg1"/>
              </a:buClr>
            </a:pPr>
            <a:r>
              <a:rPr lang="en-GB" sz="1600">
                <a:solidFill>
                  <a:schemeClr val="bg1"/>
                </a:solidFill>
              </a:rPr>
              <a:t>Partition B</a:t>
            </a:r>
          </a:p>
        </p:txBody>
      </p:sp>
      <p:sp>
        <p:nvSpPr>
          <p:cNvPr id="34" name="Speech Bubble: Rectangle with Corners Rounded 33">
            <a:extLst>
              <a:ext uri="{FF2B5EF4-FFF2-40B4-BE49-F238E27FC236}">
                <a16:creationId xmlns:a16="http://schemas.microsoft.com/office/drawing/2014/main" id="{1B54E6A6-E9FA-4232-949E-08CF4ABA5D15}"/>
              </a:ext>
            </a:extLst>
          </p:cNvPr>
          <p:cNvSpPr/>
          <p:nvPr/>
        </p:nvSpPr>
        <p:spPr>
          <a:xfrm>
            <a:off x="3917633" y="312273"/>
            <a:ext cx="4505949" cy="844406"/>
          </a:xfrm>
          <a:prstGeom prst="wedgeRoundRectCallout">
            <a:avLst>
              <a:gd name="adj1" fmla="val -61361"/>
              <a:gd name="adj2" fmla="val -766"/>
              <a:gd name="adj3" fmla="val 1666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fr-FR" dirty="0">
                <a:solidFill>
                  <a:schemeClr val="tx1"/>
                </a:solidFill>
              </a:rPr>
              <a:t>BL2 </a:t>
            </a:r>
            <a:r>
              <a:rPr lang="fr-FR" dirty="0" err="1">
                <a:solidFill>
                  <a:schemeClr val="tx1"/>
                </a:solidFill>
              </a:rPr>
              <a:t>is</a:t>
            </a:r>
            <a:r>
              <a:rPr lang="fr-FR" dirty="0">
                <a:solidFill>
                  <a:schemeClr val="tx1"/>
                </a:solidFill>
              </a:rPr>
              <a:t> not </a:t>
            </a:r>
            <a:r>
              <a:rPr lang="fr-FR" dirty="0" err="1">
                <a:solidFill>
                  <a:schemeClr val="tx1"/>
                </a:solidFill>
              </a:rPr>
              <a:t>safely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updatable</a:t>
            </a:r>
            <a:r>
              <a:rPr lang="fr-FR" dirty="0">
                <a:solidFill>
                  <a:schemeClr val="tx1"/>
                </a:solidFill>
              </a:rPr>
              <a:t>. It manages OTA by </a:t>
            </a:r>
            <a:r>
              <a:rPr lang="fr-FR" dirty="0" err="1">
                <a:solidFill>
                  <a:schemeClr val="tx1"/>
                </a:solidFill>
              </a:rPr>
              <a:t>reading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metadata</a:t>
            </a:r>
            <a:r>
              <a:rPr lang="fr-FR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" name="Right Brace 1">
            <a:extLst>
              <a:ext uri="{FF2B5EF4-FFF2-40B4-BE49-F238E27FC236}">
                <a16:creationId xmlns:a16="http://schemas.microsoft.com/office/drawing/2014/main" id="{094C694F-0245-4560-AC37-0D2DFCD39D21}"/>
              </a:ext>
            </a:extLst>
          </p:cNvPr>
          <p:cNvSpPr/>
          <p:nvPr/>
        </p:nvSpPr>
        <p:spPr>
          <a:xfrm>
            <a:off x="3405797" y="2480278"/>
            <a:ext cx="377647" cy="3724627"/>
          </a:xfrm>
          <a:prstGeom prst="rightBrace">
            <a:avLst>
              <a:gd name="adj1" fmla="val 36959"/>
              <a:gd name="adj2" fmla="val 49467"/>
            </a:avLst>
          </a:prstGeom>
          <a:ln w="22225"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Speech Bubble: Rectangle with Corners Rounded 36">
            <a:extLst>
              <a:ext uri="{FF2B5EF4-FFF2-40B4-BE49-F238E27FC236}">
                <a16:creationId xmlns:a16="http://schemas.microsoft.com/office/drawing/2014/main" id="{1FE48A89-BB31-4CF9-BEB3-EDBB09EF287A}"/>
              </a:ext>
            </a:extLst>
          </p:cNvPr>
          <p:cNvSpPr/>
          <p:nvPr/>
        </p:nvSpPr>
        <p:spPr>
          <a:xfrm>
            <a:off x="3879044" y="3727687"/>
            <a:ext cx="1941367" cy="1273279"/>
          </a:xfrm>
          <a:prstGeom prst="wedgeRoundRectCallout">
            <a:avLst>
              <a:gd name="adj1" fmla="val -48651"/>
              <a:gd name="adj2" fmla="val -7718"/>
              <a:gd name="adj3" fmla="val 1666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fr-FR" err="1">
                <a:solidFill>
                  <a:schemeClr val="tx1"/>
                </a:solidFill>
              </a:rPr>
              <a:t>Updatable</a:t>
            </a:r>
            <a:r>
              <a:rPr lang="fr-FR">
                <a:solidFill>
                  <a:schemeClr val="tx1"/>
                </a:solidFill>
              </a:rPr>
              <a:t> partitions are </a:t>
            </a:r>
            <a:r>
              <a:rPr lang="fr-FR" err="1">
                <a:solidFill>
                  <a:schemeClr val="tx1"/>
                </a:solidFill>
              </a:rPr>
              <a:t>duplicated</a:t>
            </a:r>
            <a:r>
              <a:rPr lang="fr-FR">
                <a:solidFill>
                  <a:schemeClr val="tx1"/>
                </a:solidFill>
              </a:rPr>
              <a:t> (A/B </a:t>
            </a:r>
            <a:r>
              <a:rPr lang="fr-FR" err="1">
                <a:solidFill>
                  <a:schemeClr val="tx1"/>
                </a:solidFill>
              </a:rPr>
              <a:t>mechanism</a:t>
            </a:r>
            <a:r>
              <a:rPr lang="fr-FR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45" name="Speech Bubble: Rectangle with Corners Rounded 44">
            <a:extLst>
              <a:ext uri="{FF2B5EF4-FFF2-40B4-BE49-F238E27FC236}">
                <a16:creationId xmlns:a16="http://schemas.microsoft.com/office/drawing/2014/main" id="{B1D35562-5BF2-44B0-8FFF-049A9155BC4E}"/>
              </a:ext>
            </a:extLst>
          </p:cNvPr>
          <p:cNvSpPr/>
          <p:nvPr/>
        </p:nvSpPr>
        <p:spPr>
          <a:xfrm>
            <a:off x="3875500" y="5149715"/>
            <a:ext cx="1941367" cy="1507018"/>
          </a:xfrm>
          <a:prstGeom prst="wedgeRoundRectCallout">
            <a:avLst>
              <a:gd name="adj1" fmla="val -74415"/>
              <a:gd name="adj2" fmla="val 36625"/>
              <a:gd name="adj3" fmla="val 1666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fr-FR" err="1">
                <a:solidFill>
                  <a:schemeClr val="tx1"/>
                </a:solidFill>
              </a:rPr>
              <a:t>userfs</a:t>
            </a:r>
            <a:r>
              <a:rPr lang="fr-FR">
                <a:solidFill>
                  <a:schemeClr val="tx1"/>
                </a:solidFill>
              </a:rPr>
              <a:t> </a:t>
            </a:r>
            <a:r>
              <a:rPr lang="fr-FR" err="1">
                <a:solidFill>
                  <a:schemeClr val="tx1"/>
                </a:solidFill>
              </a:rPr>
              <a:t>contains</a:t>
            </a:r>
            <a:r>
              <a:rPr lang="fr-FR">
                <a:solidFill>
                  <a:schemeClr val="tx1"/>
                </a:solidFill>
              </a:rPr>
              <a:t> user data </a:t>
            </a:r>
            <a:r>
              <a:rPr lang="fr-FR" err="1">
                <a:solidFill>
                  <a:schemeClr val="tx1"/>
                </a:solidFill>
              </a:rPr>
              <a:t>which</a:t>
            </a:r>
            <a:r>
              <a:rPr lang="fr-FR">
                <a:solidFill>
                  <a:schemeClr val="tx1"/>
                </a:solidFill>
              </a:rPr>
              <a:t> </a:t>
            </a:r>
            <a:r>
              <a:rPr lang="fr-FR" err="1">
                <a:solidFill>
                  <a:schemeClr val="tx1"/>
                </a:solidFill>
              </a:rPr>
              <a:t>needs</a:t>
            </a:r>
            <a:r>
              <a:rPr lang="fr-FR">
                <a:solidFill>
                  <a:schemeClr val="tx1"/>
                </a:solidFill>
              </a:rPr>
              <a:t> to </a:t>
            </a:r>
            <a:r>
              <a:rPr lang="fr-FR" err="1">
                <a:solidFill>
                  <a:schemeClr val="tx1"/>
                </a:solidFill>
              </a:rPr>
              <a:t>be</a:t>
            </a:r>
            <a:r>
              <a:rPr lang="fr-FR">
                <a:solidFill>
                  <a:schemeClr val="tx1"/>
                </a:solidFill>
              </a:rPr>
              <a:t> persistant on SW update.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5E80022-3116-40A2-8D07-09BFB148FB40}"/>
              </a:ext>
            </a:extLst>
          </p:cNvPr>
          <p:cNvSpPr/>
          <p:nvPr/>
        </p:nvSpPr>
        <p:spPr>
          <a:xfrm>
            <a:off x="1127805" y="1462207"/>
            <a:ext cx="2248247" cy="415462"/>
          </a:xfrm>
          <a:prstGeom prst="rect">
            <a:avLst/>
          </a:prstGeom>
          <a:solidFill>
            <a:schemeClr val="accent2"/>
          </a:solidFill>
          <a:ln>
            <a:solidFill>
              <a:srgbClr val="E6007E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buClr>
                <a:schemeClr val="bg1"/>
              </a:buClr>
            </a:pPr>
            <a:r>
              <a:rPr lang="en-GB" sz="1600">
                <a:solidFill>
                  <a:schemeClr val="bg1"/>
                </a:solidFill>
              </a:rPr>
              <a:t>Metadata (Copy 1)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992D4BD-5608-48DB-9120-ED59D1768BAC}"/>
              </a:ext>
            </a:extLst>
          </p:cNvPr>
          <p:cNvSpPr/>
          <p:nvPr/>
        </p:nvSpPr>
        <p:spPr>
          <a:xfrm>
            <a:off x="1127804" y="1995104"/>
            <a:ext cx="2248247" cy="415462"/>
          </a:xfrm>
          <a:prstGeom prst="rect">
            <a:avLst/>
          </a:prstGeom>
          <a:solidFill>
            <a:schemeClr val="accent2"/>
          </a:solidFill>
          <a:ln>
            <a:solidFill>
              <a:srgbClr val="E6007E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buClr>
                <a:schemeClr val="bg1"/>
              </a:buClr>
            </a:pPr>
            <a:r>
              <a:rPr lang="en-GB" sz="1600">
                <a:solidFill>
                  <a:schemeClr val="bg1"/>
                </a:solidFill>
              </a:rPr>
              <a:t>Metadata (Copy 2)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B1A7E17-20A5-4DE0-9AD6-F08AC2514E72}"/>
              </a:ext>
            </a:extLst>
          </p:cNvPr>
          <p:cNvSpPr txBox="1"/>
          <p:nvPr/>
        </p:nvSpPr>
        <p:spPr>
          <a:xfrm>
            <a:off x="656278" y="5778583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/>
              <a:t>#12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A3A0109-1651-4EF7-99FF-6322F357E57B}"/>
              </a:ext>
            </a:extLst>
          </p:cNvPr>
          <p:cNvSpPr txBox="1"/>
          <p:nvPr/>
        </p:nvSpPr>
        <p:spPr>
          <a:xfrm>
            <a:off x="664837" y="6223359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/>
              <a:t>#13</a:t>
            </a:r>
          </a:p>
        </p:txBody>
      </p:sp>
      <p:sp>
        <p:nvSpPr>
          <p:cNvPr id="49" name="Speech Bubble: Rectangle with Corners Rounded 48">
            <a:extLst>
              <a:ext uri="{FF2B5EF4-FFF2-40B4-BE49-F238E27FC236}">
                <a16:creationId xmlns:a16="http://schemas.microsoft.com/office/drawing/2014/main" id="{C33998BE-BEA9-4A44-82DF-52F361A2A25A}"/>
              </a:ext>
            </a:extLst>
          </p:cNvPr>
          <p:cNvSpPr/>
          <p:nvPr/>
        </p:nvSpPr>
        <p:spPr>
          <a:xfrm>
            <a:off x="3917634" y="1243532"/>
            <a:ext cx="4505948" cy="1624922"/>
          </a:xfrm>
          <a:prstGeom prst="wedgeRoundRectCallout">
            <a:avLst>
              <a:gd name="adj1" fmla="val -62102"/>
              <a:gd name="adj2" fmla="val -20049"/>
              <a:gd name="adj3" fmla="val 1666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chemeClr val="bg1"/>
              </a:buClr>
            </a:pPr>
            <a:r>
              <a:rPr lang="fr-FR" dirty="0" err="1">
                <a:solidFill>
                  <a:schemeClr val="tx1"/>
                </a:solidFill>
              </a:rPr>
              <a:t>Contains</a:t>
            </a:r>
            <a:r>
              <a:rPr lang="fr-FR" dirty="0">
                <a:solidFill>
                  <a:schemeClr val="tx1"/>
                </a:solidFill>
              </a:rPr>
              <a:t> variables to manage OTA: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fr-FR" dirty="0" err="1">
                <a:solidFill>
                  <a:schemeClr val="tx1"/>
                </a:solidFill>
              </a:rPr>
              <a:t>active_index</a:t>
            </a:r>
            <a:r>
              <a:rPr lang="fr-FR" dirty="0">
                <a:solidFill>
                  <a:schemeClr val="tx1"/>
                </a:solidFill>
              </a:rPr>
              <a:t> (A or B)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fr-FR" dirty="0" err="1">
                <a:solidFill>
                  <a:schemeClr val="tx1"/>
                </a:solidFill>
              </a:rPr>
              <a:t>previous_active_index</a:t>
            </a:r>
            <a:r>
              <a:rPr lang="fr-FR" dirty="0">
                <a:solidFill>
                  <a:schemeClr val="tx1"/>
                </a:solidFill>
              </a:rPr>
              <a:t> (A or B)</a:t>
            </a:r>
          </a:p>
          <a:p>
            <a:pPr>
              <a:buClr>
                <a:schemeClr val="bg1"/>
              </a:buClr>
            </a:pPr>
            <a:r>
              <a:rPr lang="fr-FR" dirty="0" err="1">
                <a:solidFill>
                  <a:schemeClr val="tx1"/>
                </a:solidFill>
              </a:rPr>
              <a:t>Shared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between</a:t>
            </a:r>
            <a:r>
              <a:rPr lang="fr-FR" dirty="0">
                <a:solidFill>
                  <a:schemeClr val="tx1"/>
                </a:solidFill>
              </a:rPr>
              <a:t> TF-A and Linux</a:t>
            </a:r>
          </a:p>
          <a:p>
            <a:pPr>
              <a:buClr>
                <a:schemeClr val="bg1"/>
              </a:buClr>
            </a:pPr>
            <a:r>
              <a:rPr lang="fr-FR" sz="1200" dirty="0">
                <a:solidFill>
                  <a:schemeClr val="tx1"/>
                </a:solidFill>
              </a:rPr>
              <a:t>More informations in : https://developer.arm.com/documentation/den0118/a/</a:t>
            </a:r>
          </a:p>
        </p:txBody>
      </p:sp>
      <p:sp>
        <p:nvSpPr>
          <p:cNvPr id="50" name="Speech Bubble: Rectangle with Corners Rounded 49">
            <a:extLst>
              <a:ext uri="{FF2B5EF4-FFF2-40B4-BE49-F238E27FC236}">
                <a16:creationId xmlns:a16="http://schemas.microsoft.com/office/drawing/2014/main" id="{50CBB061-36D6-4A5A-8BD1-B01119650872}"/>
              </a:ext>
            </a:extLst>
          </p:cNvPr>
          <p:cNvSpPr/>
          <p:nvPr/>
        </p:nvSpPr>
        <p:spPr>
          <a:xfrm>
            <a:off x="6341557" y="3468607"/>
            <a:ext cx="5137365" cy="3130313"/>
          </a:xfrm>
          <a:prstGeom prst="wedgeRoundRectCallout">
            <a:avLst>
              <a:gd name="adj1" fmla="val -34971"/>
              <a:gd name="adj2" fmla="val 4789"/>
              <a:gd name="adj3" fmla="val 1666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chemeClr val="bg1"/>
              </a:buClr>
            </a:pPr>
            <a:r>
              <a:rPr lang="fr-FR" dirty="0">
                <a:solidFill>
                  <a:schemeClr val="tx1"/>
                </a:solidFill>
              </a:rPr>
              <a:t>BOOT_PART : </a:t>
            </a:r>
            <a:r>
              <a:rPr lang="fr-FR" dirty="0" err="1">
                <a:solidFill>
                  <a:schemeClr val="tx1"/>
                </a:solidFill>
              </a:rPr>
              <a:t>managed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through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metadata</a:t>
            </a:r>
            <a:r>
              <a:rPr lang="fr-FR" dirty="0">
                <a:solidFill>
                  <a:schemeClr val="tx1"/>
                </a:solidFill>
              </a:rPr>
              <a:t> partition : 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fr-FR" dirty="0">
                <a:solidFill>
                  <a:schemeClr val="tx1"/>
                </a:solidFill>
              </a:rPr>
              <a:t>Update </a:t>
            </a:r>
            <a:r>
              <a:rPr lang="fr-FR" dirty="0" err="1">
                <a:solidFill>
                  <a:schemeClr val="tx1"/>
                </a:solidFill>
              </a:rPr>
              <a:t>active_index</a:t>
            </a:r>
            <a:r>
              <a:rPr lang="fr-FR" dirty="0">
                <a:solidFill>
                  <a:schemeClr val="tx1"/>
                </a:solidFill>
              </a:rPr>
              <a:t> to boot on new </a:t>
            </a:r>
            <a:r>
              <a:rPr lang="fr-FR" dirty="0" err="1">
                <a:solidFill>
                  <a:schemeClr val="tx1"/>
                </a:solidFill>
              </a:rPr>
              <a:t>flashed</a:t>
            </a:r>
            <a:r>
              <a:rPr lang="fr-FR" dirty="0">
                <a:solidFill>
                  <a:schemeClr val="tx1"/>
                </a:solidFill>
              </a:rPr>
              <a:t> partition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fr-FR" dirty="0">
                <a:solidFill>
                  <a:schemeClr val="tx1"/>
                </a:solidFill>
              </a:rPr>
              <a:t>Update </a:t>
            </a:r>
            <a:r>
              <a:rPr lang="fr-FR" dirty="0" err="1">
                <a:solidFill>
                  <a:schemeClr val="tx1"/>
                </a:solidFill>
              </a:rPr>
              <a:t>previous_active_index</a:t>
            </a:r>
            <a:r>
              <a:rPr lang="fr-FR" dirty="0">
                <a:solidFill>
                  <a:schemeClr val="tx1"/>
                </a:solidFill>
              </a:rPr>
              <a:t> if </a:t>
            </a:r>
            <a:r>
              <a:rPr lang="fr-FR" dirty="0" err="1">
                <a:solidFill>
                  <a:schemeClr val="tx1"/>
                </a:solidFill>
              </a:rPr>
              <a:t>it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succeeded</a:t>
            </a:r>
            <a:endParaRPr lang="fr-FR" dirty="0">
              <a:solidFill>
                <a:schemeClr val="tx1"/>
              </a:solidFill>
            </a:endParaRPr>
          </a:p>
          <a:p>
            <a:pPr>
              <a:buClr>
                <a:schemeClr val="bg1"/>
              </a:buClr>
            </a:pPr>
            <a:endParaRPr lang="fr-FR" dirty="0">
              <a:solidFill>
                <a:schemeClr val="tx1"/>
              </a:solidFill>
            </a:endParaRPr>
          </a:p>
          <a:p>
            <a:pPr>
              <a:buClr>
                <a:schemeClr val="bg1"/>
              </a:buClr>
            </a:pPr>
            <a:r>
              <a:rPr lang="fr-FR" dirty="0">
                <a:solidFill>
                  <a:schemeClr val="tx1"/>
                </a:solidFill>
              </a:rPr>
              <a:t>BOOT_COUNT : </a:t>
            </a:r>
            <a:r>
              <a:rPr lang="fr-FR" dirty="0" err="1">
                <a:solidFill>
                  <a:schemeClr val="tx1"/>
                </a:solidFill>
              </a:rPr>
              <a:t>managed</a:t>
            </a:r>
            <a:r>
              <a:rPr lang="fr-FR" dirty="0">
                <a:solidFill>
                  <a:schemeClr val="tx1"/>
                </a:solidFill>
              </a:rPr>
              <a:t> in </a:t>
            </a:r>
            <a:r>
              <a:rPr lang="fr-FR" dirty="0" err="1">
                <a:solidFill>
                  <a:schemeClr val="tx1"/>
                </a:solidFill>
              </a:rPr>
              <a:t>tf</a:t>
            </a:r>
            <a:r>
              <a:rPr lang="fr-FR" dirty="0">
                <a:solidFill>
                  <a:schemeClr val="tx1"/>
                </a:solidFill>
              </a:rPr>
              <a:t>-a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fr-FR" dirty="0">
                <a:solidFill>
                  <a:schemeClr val="tx1"/>
                </a:solidFill>
              </a:rPr>
              <a:t>Enable </a:t>
            </a:r>
            <a:r>
              <a:rPr lang="fr-FR" dirty="0" err="1">
                <a:solidFill>
                  <a:schemeClr val="tx1"/>
                </a:solidFill>
              </a:rPr>
              <a:t>when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active_index</a:t>
            </a:r>
            <a:r>
              <a:rPr lang="fr-FR" dirty="0">
                <a:solidFill>
                  <a:schemeClr val="tx1"/>
                </a:solidFill>
              </a:rPr>
              <a:t> and </a:t>
            </a:r>
            <a:r>
              <a:rPr lang="fr-FR" dirty="0" err="1">
                <a:solidFill>
                  <a:schemeClr val="tx1"/>
                </a:solidFill>
              </a:rPr>
              <a:t>previous_active_index</a:t>
            </a:r>
            <a:r>
              <a:rPr lang="fr-FR" dirty="0">
                <a:solidFill>
                  <a:schemeClr val="tx1"/>
                </a:solidFill>
              </a:rPr>
              <a:t> are </a:t>
            </a:r>
            <a:r>
              <a:rPr lang="fr-FR" dirty="0" err="1">
                <a:solidFill>
                  <a:schemeClr val="tx1"/>
                </a:solidFill>
              </a:rPr>
              <a:t>different</a:t>
            </a:r>
            <a:r>
              <a:rPr lang="fr-FR" dirty="0">
                <a:solidFill>
                  <a:schemeClr val="tx1"/>
                </a:solidFill>
              </a:rPr>
              <a:t> (update </a:t>
            </a:r>
            <a:r>
              <a:rPr lang="fr-FR" dirty="0" err="1">
                <a:solidFill>
                  <a:schemeClr val="tx1"/>
                </a:solidFill>
              </a:rPr>
              <a:t>ongoing</a:t>
            </a:r>
            <a:r>
              <a:rPr lang="fr-FR" dirty="0">
                <a:solidFill>
                  <a:schemeClr val="tx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58479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2" grpId="0" animBg="1"/>
      <p:bldP spid="37" grpId="0" animBg="1"/>
      <p:bldP spid="45" grpId="0" animBg="1"/>
      <p:bldP spid="49" grpId="0" animBg="1"/>
      <p:bldP spid="5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5C27E-832A-42F6-B74F-E3A601651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FOTA</a:t>
            </a:r>
            <a:br>
              <a:rPr lang="en-GB"/>
            </a:br>
            <a:r>
              <a:rPr lang="en-GB"/>
              <a:t>How does it work 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287A34-01EC-4FD3-819E-B0FD5D8FF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42E78-4FE3-4E16-9FB9-64A349BFE3FC}" type="slidenum">
              <a:rPr lang="fr-FR" smtClean="0"/>
              <a:pPr/>
              <a:t>5</a:t>
            </a:fld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B1B9D4-CD63-4296-B40B-F05CF85FD29E}"/>
              </a:ext>
            </a:extLst>
          </p:cNvPr>
          <p:cNvSpPr txBox="1">
            <a:spLocks/>
          </p:cNvSpPr>
          <p:nvPr/>
        </p:nvSpPr>
        <p:spPr>
          <a:xfrm>
            <a:off x="270325" y="1203849"/>
            <a:ext cx="8765805" cy="4608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61938" indent="-261938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2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575" indent="-2667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2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2730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87425" indent="-268288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60463" indent="-261938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AutoNum type="arabicPeriod"/>
            </a:pPr>
            <a:r>
              <a:rPr lang="fr-FR"/>
              <a:t>Partition A </a:t>
            </a:r>
            <a:r>
              <a:rPr lang="fr-FR" err="1"/>
              <a:t>is</a:t>
            </a:r>
            <a:r>
              <a:rPr lang="fr-FR"/>
              <a:t> </a:t>
            </a:r>
            <a:r>
              <a:rPr lang="fr-FR" err="1"/>
              <a:t>used</a:t>
            </a:r>
            <a:r>
              <a:rPr lang="fr-FR"/>
              <a:t>. FOTA server </a:t>
            </a:r>
            <a:r>
              <a:rPr lang="fr-FR" err="1"/>
              <a:t>requests</a:t>
            </a:r>
            <a:r>
              <a:rPr lang="fr-FR"/>
              <a:t> for an update. </a:t>
            </a:r>
          </a:p>
          <a:p>
            <a:pPr marL="457200" indent="-457200">
              <a:buAutoNum type="arabicPeriod"/>
            </a:pPr>
            <a:r>
              <a:rPr lang="fr-FR">
                <a:ea typeface="+mn-lt"/>
                <a:cs typeface="+mn-lt"/>
              </a:rPr>
              <a:t>On </a:t>
            </a:r>
            <a:r>
              <a:rPr lang="fr-FR" err="1">
                <a:ea typeface="+mn-lt"/>
                <a:cs typeface="+mn-lt"/>
              </a:rPr>
              <a:t>available</a:t>
            </a:r>
            <a:r>
              <a:rPr lang="fr-FR">
                <a:ea typeface="+mn-lt"/>
                <a:cs typeface="+mn-lt"/>
              </a:rPr>
              <a:t> update, update manager downloads the image, and </a:t>
            </a:r>
            <a:r>
              <a:rPr lang="fr-FR" err="1">
                <a:ea typeface="+mn-lt"/>
                <a:cs typeface="+mn-lt"/>
              </a:rPr>
              <a:t>populates</a:t>
            </a:r>
            <a:r>
              <a:rPr lang="fr-FR">
                <a:ea typeface="+mn-lt"/>
                <a:cs typeface="+mn-lt"/>
              </a:rPr>
              <a:t> B partitions :</a:t>
            </a:r>
          </a:p>
          <a:p>
            <a:pPr marL="731837" lvl="1" indent="-457200">
              <a:buAutoNum type="arabicPeriod"/>
            </a:pPr>
            <a:r>
              <a:rPr lang="fr-FR" err="1">
                <a:latin typeface="Courier New" panose="02070309020205020404" pitchFamily="49" charset="0"/>
                <a:cs typeface="Courier New" panose="02070309020205020404" pitchFamily="49" charset="0"/>
              </a:rPr>
              <a:t>boot_count</a:t>
            </a:r>
            <a:r>
              <a:rPr lang="fr-FR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err="1">
                <a:cs typeface="Arial"/>
              </a:rPr>
              <a:t>will</a:t>
            </a:r>
            <a:r>
              <a:rPr lang="fr-FR">
                <a:cs typeface="Arial"/>
              </a:rPr>
              <a:t> </a:t>
            </a:r>
            <a:r>
              <a:rPr lang="fr-FR" err="1">
                <a:cs typeface="Arial"/>
              </a:rPr>
              <a:t>be</a:t>
            </a:r>
            <a:r>
              <a:rPr lang="fr-FR">
                <a:cs typeface="Arial"/>
              </a:rPr>
              <a:t> </a:t>
            </a:r>
            <a:r>
              <a:rPr lang="fr-FR" err="1">
                <a:cs typeface="Arial"/>
              </a:rPr>
              <a:t>enabled</a:t>
            </a:r>
            <a:r>
              <a:rPr lang="fr-FR">
                <a:cs typeface="Arial"/>
              </a:rPr>
              <a:t> in </a:t>
            </a:r>
            <a:r>
              <a:rPr lang="fr-FR" err="1">
                <a:cs typeface="Arial"/>
              </a:rPr>
              <a:t>tf</a:t>
            </a:r>
            <a:r>
              <a:rPr lang="fr-FR">
                <a:cs typeface="Arial"/>
              </a:rPr>
              <a:t>-a in the </a:t>
            </a:r>
            <a:r>
              <a:rPr lang="fr-FR" err="1">
                <a:cs typeface="Arial"/>
              </a:rPr>
              <a:t>next</a:t>
            </a:r>
            <a:r>
              <a:rPr lang="fr-FR">
                <a:cs typeface="Arial"/>
              </a:rPr>
              <a:t> boot</a:t>
            </a:r>
          </a:p>
          <a:p>
            <a:pPr marL="731837" lvl="1" indent="-457200">
              <a:buAutoNum type="arabicPeriod"/>
            </a:pPr>
            <a:r>
              <a:rPr lang="fr-FR">
                <a:ea typeface="+mn-lt"/>
                <a:cs typeface="Arial"/>
              </a:rPr>
              <a:t>Performe a r</a:t>
            </a:r>
            <a:r>
              <a:rPr lang="fr-FR">
                <a:ea typeface="+mn-lt"/>
                <a:cs typeface="+mn-lt"/>
              </a:rPr>
              <a:t>eboot</a:t>
            </a:r>
          </a:p>
          <a:p>
            <a:pPr marL="457200" indent="-457200">
              <a:buAutoNum type="arabicPeriod"/>
            </a:pPr>
            <a:r>
              <a:rPr lang="fr-FR"/>
              <a:t>BL2 </a:t>
            </a:r>
            <a:r>
              <a:rPr lang="fr-FR" err="1"/>
              <a:t>loads</a:t>
            </a:r>
            <a:r>
              <a:rPr lang="fr-FR"/>
              <a:t> FIP partition </a:t>
            </a:r>
            <a:r>
              <a:rPr lang="fr-FR" err="1"/>
              <a:t>according</a:t>
            </a:r>
            <a:r>
              <a:rPr lang="fr-FR"/>
              <a:t> </a:t>
            </a:r>
            <a:r>
              <a:rPr lang="fr-FR" err="1"/>
              <a:t>with</a:t>
            </a:r>
            <a:r>
              <a:rPr lang="fr-FR"/>
              <a:t> </a:t>
            </a:r>
            <a:r>
              <a:rPr lang="fr-FR" err="1">
                <a:latin typeface="Courier New" panose="02070309020205020404" pitchFamily="49" charset="0"/>
                <a:cs typeface="Courier New" panose="02070309020205020404" pitchFamily="49" charset="0"/>
              </a:rPr>
              <a:t>active_index</a:t>
            </a:r>
            <a:endParaRPr lang="fr-FR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indent="-457200">
              <a:buAutoNum type="arabicPeriod"/>
            </a:pPr>
            <a:r>
              <a:rPr lang="fr-FR" err="1"/>
              <a:t>When</a:t>
            </a:r>
            <a:r>
              <a:rPr lang="fr-FR"/>
              <a:t> Linux (</a:t>
            </a:r>
            <a:r>
              <a:rPr lang="fr-FR" err="1"/>
              <a:t>from</a:t>
            </a:r>
            <a:r>
              <a:rPr lang="fr-FR"/>
              <a:t> partition B) has </a:t>
            </a:r>
            <a:r>
              <a:rPr lang="fr-FR" err="1"/>
              <a:t>successfully</a:t>
            </a:r>
            <a:r>
              <a:rPr lang="fr-FR"/>
              <a:t> boot, the </a:t>
            </a:r>
            <a:r>
              <a:rPr lang="fr-FR">
                <a:ea typeface="+mn-lt"/>
                <a:cs typeface="+mn-lt"/>
              </a:rPr>
              <a:t>update manager set </a:t>
            </a:r>
            <a:r>
              <a:rPr lang="fr-FR" err="1">
                <a:latin typeface="Courier New" panose="02070309020205020404" pitchFamily="49" charset="0"/>
                <a:ea typeface="+mn-lt"/>
                <a:cs typeface="Courier New" panose="02070309020205020404" pitchFamily="49" charset="0"/>
              </a:rPr>
              <a:t>previous_active_index</a:t>
            </a:r>
            <a:endParaRPr lang="fr-FR">
              <a:latin typeface="Courier New" panose="02070309020205020404" pitchFamily="49" charset="0"/>
              <a:ea typeface="+mn-lt"/>
              <a:cs typeface="Courier New" panose="02070309020205020404" pitchFamily="49" charset="0"/>
            </a:endParaRPr>
          </a:p>
          <a:p>
            <a:pPr marL="731837" lvl="1" indent="-457200">
              <a:buFont typeface="Arial" panose="020B0604020202020204" pitchFamily="34" charset="0"/>
              <a:buAutoNum type="arabicPeriod"/>
            </a:pPr>
            <a:r>
              <a:rPr lang="fr-FR" err="1">
                <a:latin typeface="Courier New" panose="02070309020205020404" pitchFamily="49" charset="0"/>
                <a:cs typeface="Courier New" panose="02070309020205020404" pitchFamily="49" charset="0"/>
              </a:rPr>
              <a:t>boot_count</a:t>
            </a:r>
            <a:r>
              <a:rPr lang="fr-FR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err="1">
                <a:cs typeface="Arial"/>
              </a:rPr>
              <a:t>will</a:t>
            </a:r>
            <a:r>
              <a:rPr lang="fr-FR">
                <a:cs typeface="Arial"/>
              </a:rPr>
              <a:t> </a:t>
            </a:r>
            <a:r>
              <a:rPr lang="fr-FR" err="1">
                <a:cs typeface="Arial"/>
              </a:rPr>
              <a:t>be</a:t>
            </a:r>
            <a:r>
              <a:rPr lang="fr-FR">
                <a:cs typeface="Arial"/>
              </a:rPr>
              <a:t> </a:t>
            </a:r>
            <a:r>
              <a:rPr lang="fr-FR" err="1">
                <a:cs typeface="Arial"/>
              </a:rPr>
              <a:t>disabled</a:t>
            </a:r>
            <a:r>
              <a:rPr lang="fr-FR">
                <a:cs typeface="Arial"/>
              </a:rPr>
              <a:t> in </a:t>
            </a:r>
            <a:r>
              <a:rPr lang="fr-FR" err="1">
                <a:cs typeface="Arial"/>
              </a:rPr>
              <a:t>tf</a:t>
            </a:r>
            <a:r>
              <a:rPr lang="fr-FR">
                <a:cs typeface="Arial"/>
              </a:rPr>
              <a:t>-a in the </a:t>
            </a:r>
            <a:r>
              <a:rPr lang="fr-FR" err="1">
                <a:cs typeface="Arial"/>
              </a:rPr>
              <a:t>next</a:t>
            </a:r>
            <a:r>
              <a:rPr lang="fr-FR">
                <a:cs typeface="Arial"/>
              </a:rPr>
              <a:t> boot</a:t>
            </a:r>
            <a:endParaRPr lang="fr-FR">
              <a:latin typeface="Courier New" panose="02070309020205020404" pitchFamily="49" charset="0"/>
              <a:ea typeface="+mn-lt"/>
              <a:cs typeface="Courier New" panose="02070309020205020404" pitchFamily="49" charset="0"/>
            </a:endParaRPr>
          </a:p>
          <a:p>
            <a:pPr marL="457200" indent="-457200">
              <a:buAutoNum type="arabicPeriod"/>
            </a:pPr>
            <a:r>
              <a:rPr lang="fr-FR"/>
              <a:t>If boot fails, BL2 </a:t>
            </a:r>
            <a:r>
              <a:rPr lang="fr-FR" err="1"/>
              <a:t>increments</a:t>
            </a:r>
            <a:r>
              <a:rPr lang="fr-FR"/>
              <a:t> </a:t>
            </a:r>
            <a:r>
              <a:rPr lang="fr-FR" err="1">
                <a:latin typeface="Courier New" panose="02070309020205020404" pitchFamily="49" charset="0"/>
                <a:ea typeface="+mn-lt"/>
                <a:cs typeface="Courier New" panose="02070309020205020404" pitchFamily="49" charset="0"/>
              </a:rPr>
              <a:t>boot_count</a:t>
            </a:r>
            <a:r>
              <a:rPr lang="fr-FR">
                <a:latin typeface="Courier New" panose="02070309020205020404" pitchFamily="49" charset="0"/>
                <a:ea typeface="+mn-lt"/>
                <a:cs typeface="Courier New" panose="02070309020205020404" pitchFamily="49" charset="0"/>
              </a:rPr>
              <a:t> </a:t>
            </a:r>
            <a:r>
              <a:rPr lang="fr-FR">
                <a:ea typeface="+mn-lt"/>
                <a:cs typeface="+mn-lt"/>
              </a:rPr>
              <a:t>at </a:t>
            </a:r>
            <a:r>
              <a:rPr lang="fr-FR" err="1"/>
              <a:t>each</a:t>
            </a:r>
            <a:r>
              <a:rPr lang="fr-FR"/>
              <a:t> reboot (ex: </a:t>
            </a:r>
            <a:r>
              <a:rPr lang="fr-FR" err="1"/>
              <a:t>watchdog</a:t>
            </a:r>
            <a:r>
              <a:rPr lang="fr-FR"/>
              <a:t>). </a:t>
            </a:r>
            <a:r>
              <a:rPr lang="fr-FR" err="1"/>
              <a:t>When</a:t>
            </a:r>
            <a:r>
              <a:rPr lang="fr-FR"/>
              <a:t> </a:t>
            </a:r>
            <a:r>
              <a:rPr lang="fr-FR" err="1"/>
              <a:t>threshold</a:t>
            </a:r>
            <a:r>
              <a:rPr lang="fr-FR"/>
              <a:t> </a:t>
            </a:r>
            <a:r>
              <a:rPr lang="fr-FR" err="1"/>
              <a:t>is</a:t>
            </a:r>
            <a:r>
              <a:rPr lang="fr-FR"/>
              <a:t> </a:t>
            </a:r>
            <a:r>
              <a:rPr lang="fr-FR" err="1"/>
              <a:t>reached</a:t>
            </a:r>
            <a:r>
              <a:rPr lang="fr-FR"/>
              <a:t>, BL2 selects </a:t>
            </a:r>
            <a:r>
              <a:rPr lang="fr-FR" err="1">
                <a:cs typeface="Courier New" panose="02070309020205020404" pitchFamily="49" charset="0"/>
              </a:rPr>
              <a:t>previous</a:t>
            </a:r>
            <a:r>
              <a:rPr lang="fr-FR">
                <a:cs typeface="Courier New" panose="02070309020205020404" pitchFamily="49" charset="0"/>
              </a:rPr>
              <a:t> </a:t>
            </a:r>
            <a:r>
              <a:rPr lang="fr-FR" err="1">
                <a:latin typeface="Courier New" panose="02070309020205020404" pitchFamily="49" charset="0"/>
                <a:cs typeface="Courier New" panose="02070309020205020404" pitchFamily="49" charset="0"/>
              </a:rPr>
              <a:t>active_index</a:t>
            </a:r>
            <a:r>
              <a:rPr lang="fr-FR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/>
              <a:t>to boot on A partitions.</a:t>
            </a:r>
            <a:endParaRPr lang="fr-FR">
              <a:cs typeface="Arial"/>
            </a:endParaRPr>
          </a:p>
          <a:p>
            <a:pPr marL="457200" indent="-457200">
              <a:buAutoNum type="arabicPeriod"/>
            </a:pPr>
            <a:endParaRPr lang="fr-FR"/>
          </a:p>
          <a:p>
            <a:pPr marL="457200" indent="-457200">
              <a:buAutoNum type="arabicPeriod"/>
            </a:pPr>
            <a:endParaRPr lang="fr-FR"/>
          </a:p>
          <a:p>
            <a:pPr marL="269875" lvl="1" indent="0">
              <a:buNone/>
            </a:pPr>
            <a:endParaRPr lang="fr-FR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41B53AD-6C49-44D6-8FB6-122E563779E3}"/>
              </a:ext>
            </a:extLst>
          </p:cNvPr>
          <p:cNvGrpSpPr/>
          <p:nvPr/>
        </p:nvGrpSpPr>
        <p:grpSpPr>
          <a:xfrm>
            <a:off x="8905552" y="1256747"/>
            <a:ext cx="3134222" cy="715510"/>
            <a:chOff x="9065843" y="1484313"/>
            <a:chExt cx="3134222" cy="71551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5AFF716-BBFC-4E86-89BF-2B3F133060B0}"/>
                </a:ext>
              </a:extLst>
            </p:cNvPr>
            <p:cNvSpPr/>
            <p:nvPr/>
          </p:nvSpPr>
          <p:spPr>
            <a:xfrm>
              <a:off x="9173817" y="1484313"/>
              <a:ext cx="2436444" cy="69235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fr-FR" err="1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36AAB12-CDB8-424A-884A-95A5962A1D2D}"/>
                </a:ext>
              </a:extLst>
            </p:cNvPr>
            <p:cNvSpPr txBox="1"/>
            <p:nvPr/>
          </p:nvSpPr>
          <p:spPr>
            <a:xfrm>
              <a:off x="9065843" y="1830491"/>
              <a:ext cx="25444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fr-FR" err="1">
                  <a:solidFill>
                    <a:schemeClr val="tx1"/>
                  </a:solidFill>
                </a:rPr>
                <a:t>previous_active_index</a:t>
              </a:r>
              <a:endParaRPr lang="fr-FR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852D5E3-F6B4-45D2-9F4F-994EC029BC81}"/>
                </a:ext>
              </a:extLst>
            </p:cNvPr>
            <p:cNvSpPr txBox="1"/>
            <p:nvPr/>
          </p:nvSpPr>
          <p:spPr>
            <a:xfrm>
              <a:off x="10000122" y="1484313"/>
              <a:ext cx="16101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fr-FR" err="1">
                  <a:solidFill>
                    <a:schemeClr val="tx1"/>
                  </a:solidFill>
                </a:rPr>
                <a:t>active_index</a:t>
              </a:r>
              <a:endParaRPr lang="fr-FR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C89CBD6-63B0-4346-B0A6-FDCFA21F231F}"/>
                </a:ext>
              </a:extLst>
            </p:cNvPr>
            <p:cNvSpPr txBox="1"/>
            <p:nvPr/>
          </p:nvSpPr>
          <p:spPr>
            <a:xfrm>
              <a:off x="11610261" y="1484313"/>
              <a:ext cx="5817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fr-FR"/>
                <a:t>0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6710D45-1B7E-466A-9229-C759FC9A9547}"/>
                </a:ext>
              </a:extLst>
            </p:cNvPr>
            <p:cNvSpPr txBox="1"/>
            <p:nvPr/>
          </p:nvSpPr>
          <p:spPr>
            <a:xfrm>
              <a:off x="11618326" y="1817702"/>
              <a:ext cx="5817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fr-FR"/>
                <a:t>0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FAEF67B-750C-4A8B-8645-AC9D20D12E13}"/>
              </a:ext>
            </a:extLst>
          </p:cNvPr>
          <p:cNvGrpSpPr/>
          <p:nvPr/>
        </p:nvGrpSpPr>
        <p:grpSpPr>
          <a:xfrm>
            <a:off x="8905552" y="2525072"/>
            <a:ext cx="3134222" cy="715510"/>
            <a:chOff x="9065843" y="1484313"/>
            <a:chExt cx="3134222" cy="71551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60F2B0-AD67-4D97-9BEE-ADE95B95D3F1}"/>
                </a:ext>
              </a:extLst>
            </p:cNvPr>
            <p:cNvSpPr/>
            <p:nvPr/>
          </p:nvSpPr>
          <p:spPr>
            <a:xfrm>
              <a:off x="9173817" y="1484313"/>
              <a:ext cx="2436444" cy="69235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fr-FR" err="1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F9658BD-1BB7-4ACE-B7FF-B719EBD02438}"/>
                </a:ext>
              </a:extLst>
            </p:cNvPr>
            <p:cNvSpPr txBox="1"/>
            <p:nvPr/>
          </p:nvSpPr>
          <p:spPr>
            <a:xfrm>
              <a:off x="9065843" y="1830491"/>
              <a:ext cx="25444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fr-FR" err="1">
                  <a:solidFill>
                    <a:schemeClr val="tx1"/>
                  </a:solidFill>
                </a:rPr>
                <a:t>previous_active_index</a:t>
              </a:r>
              <a:endParaRPr lang="fr-FR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D125B6F-65E4-4F32-A003-47D95B1BD5DF}"/>
                </a:ext>
              </a:extLst>
            </p:cNvPr>
            <p:cNvSpPr txBox="1"/>
            <p:nvPr/>
          </p:nvSpPr>
          <p:spPr>
            <a:xfrm>
              <a:off x="10000122" y="1484313"/>
              <a:ext cx="16101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fr-FR" err="1">
                  <a:solidFill>
                    <a:schemeClr val="tx1"/>
                  </a:solidFill>
                </a:rPr>
                <a:t>active_index</a:t>
              </a:r>
              <a:endParaRPr lang="fr-FR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8F23A76-F0C3-41BC-9049-9F086D3691A9}"/>
                </a:ext>
              </a:extLst>
            </p:cNvPr>
            <p:cNvSpPr txBox="1"/>
            <p:nvPr/>
          </p:nvSpPr>
          <p:spPr>
            <a:xfrm>
              <a:off x="11610261" y="1484313"/>
              <a:ext cx="5817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fr-FR"/>
                <a:t>1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511FD25-2DBE-496C-BD36-3F356D68A0B0}"/>
                </a:ext>
              </a:extLst>
            </p:cNvPr>
            <p:cNvSpPr txBox="1"/>
            <p:nvPr/>
          </p:nvSpPr>
          <p:spPr>
            <a:xfrm>
              <a:off x="11618326" y="1817702"/>
              <a:ext cx="5817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fr-FR"/>
                <a:t>0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5EAC8F9-9BBB-4744-8634-5D497DF6F178}"/>
              </a:ext>
            </a:extLst>
          </p:cNvPr>
          <p:cNvGrpSpPr/>
          <p:nvPr/>
        </p:nvGrpSpPr>
        <p:grpSpPr>
          <a:xfrm>
            <a:off x="8905552" y="3870882"/>
            <a:ext cx="3134222" cy="715510"/>
            <a:chOff x="9065843" y="1484313"/>
            <a:chExt cx="3134222" cy="71551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43D7153-8AD6-4100-B943-9B2449581E94}"/>
                </a:ext>
              </a:extLst>
            </p:cNvPr>
            <p:cNvSpPr/>
            <p:nvPr/>
          </p:nvSpPr>
          <p:spPr>
            <a:xfrm>
              <a:off x="9173817" y="1484313"/>
              <a:ext cx="2436444" cy="69235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fr-FR" err="1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CE44ED6-F254-4E03-A7CC-F658316AF5CF}"/>
                </a:ext>
              </a:extLst>
            </p:cNvPr>
            <p:cNvSpPr txBox="1"/>
            <p:nvPr/>
          </p:nvSpPr>
          <p:spPr>
            <a:xfrm>
              <a:off x="9065843" y="1830491"/>
              <a:ext cx="25444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fr-FR" err="1">
                  <a:solidFill>
                    <a:schemeClr val="tx1"/>
                  </a:solidFill>
                </a:rPr>
                <a:t>previous_active_index</a:t>
              </a:r>
              <a:endParaRPr lang="fr-FR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20CAFD3-10BB-45A2-BC96-05F0CD7B2A28}"/>
                </a:ext>
              </a:extLst>
            </p:cNvPr>
            <p:cNvSpPr txBox="1"/>
            <p:nvPr/>
          </p:nvSpPr>
          <p:spPr>
            <a:xfrm>
              <a:off x="10000122" y="1484313"/>
              <a:ext cx="16101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fr-FR" err="1">
                  <a:solidFill>
                    <a:schemeClr val="tx1"/>
                  </a:solidFill>
                </a:rPr>
                <a:t>active_index</a:t>
              </a:r>
              <a:endParaRPr lang="fr-FR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471334D-D234-4329-BEA0-4E83288A57DB}"/>
                </a:ext>
              </a:extLst>
            </p:cNvPr>
            <p:cNvSpPr txBox="1"/>
            <p:nvPr/>
          </p:nvSpPr>
          <p:spPr>
            <a:xfrm>
              <a:off x="11610261" y="1484313"/>
              <a:ext cx="5817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fr-FR"/>
                <a:t>1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B11341F-7E10-4F3F-9B20-7F680CF9D439}"/>
                </a:ext>
              </a:extLst>
            </p:cNvPr>
            <p:cNvSpPr txBox="1"/>
            <p:nvPr/>
          </p:nvSpPr>
          <p:spPr>
            <a:xfrm>
              <a:off x="11618326" y="1817702"/>
              <a:ext cx="5817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fr-FR"/>
                <a:t>1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6380CE6-2415-410C-A410-CD5CB5561A8D}"/>
              </a:ext>
            </a:extLst>
          </p:cNvPr>
          <p:cNvGrpSpPr/>
          <p:nvPr/>
        </p:nvGrpSpPr>
        <p:grpSpPr>
          <a:xfrm>
            <a:off x="8905552" y="5188592"/>
            <a:ext cx="3134222" cy="715510"/>
            <a:chOff x="9065843" y="1484313"/>
            <a:chExt cx="3134222" cy="71551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D71430E-8822-46A6-A5A3-2B3F26A3B6EE}"/>
                </a:ext>
              </a:extLst>
            </p:cNvPr>
            <p:cNvSpPr/>
            <p:nvPr/>
          </p:nvSpPr>
          <p:spPr>
            <a:xfrm>
              <a:off x="9173817" y="1484313"/>
              <a:ext cx="2436444" cy="69235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fr-FR" err="1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A9E71F5-1AD5-4DCB-A85B-36BB4C549B77}"/>
                </a:ext>
              </a:extLst>
            </p:cNvPr>
            <p:cNvSpPr txBox="1"/>
            <p:nvPr/>
          </p:nvSpPr>
          <p:spPr>
            <a:xfrm>
              <a:off x="9065843" y="1830491"/>
              <a:ext cx="25444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fr-FR" err="1">
                  <a:solidFill>
                    <a:schemeClr val="tx1"/>
                  </a:solidFill>
                </a:rPr>
                <a:t>previous_active_index</a:t>
              </a:r>
              <a:endParaRPr lang="fr-FR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01C3CD5-9F6C-41E4-9B3F-6B469BBF3AC7}"/>
                </a:ext>
              </a:extLst>
            </p:cNvPr>
            <p:cNvSpPr txBox="1"/>
            <p:nvPr/>
          </p:nvSpPr>
          <p:spPr>
            <a:xfrm>
              <a:off x="10000122" y="1484313"/>
              <a:ext cx="16101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fr-FR" err="1">
                  <a:solidFill>
                    <a:schemeClr val="tx1"/>
                  </a:solidFill>
                </a:rPr>
                <a:t>active_index</a:t>
              </a:r>
              <a:endParaRPr lang="fr-FR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8BA220E-CC2D-4ADF-B163-6C888DA24A10}"/>
                </a:ext>
              </a:extLst>
            </p:cNvPr>
            <p:cNvSpPr txBox="1"/>
            <p:nvPr/>
          </p:nvSpPr>
          <p:spPr>
            <a:xfrm>
              <a:off x="11610261" y="1484313"/>
              <a:ext cx="5817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fr-FR"/>
                <a:t>0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7EFFE85-8D1D-47EB-A1D7-B393424C551B}"/>
                </a:ext>
              </a:extLst>
            </p:cNvPr>
            <p:cNvSpPr txBox="1"/>
            <p:nvPr/>
          </p:nvSpPr>
          <p:spPr>
            <a:xfrm>
              <a:off x="11618326" y="1817702"/>
              <a:ext cx="5817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fr-FR"/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7717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60144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PPVER" val="ᝇᝂᝄ"/>
  <p:tag name="RANDOM" val="20"/>
  <p:tag name="CLINAME" val="ᝩគ᝗ក᝵ជជ᝽᝺᝽᝹᝸!ᝧᝨ᜴᝗ឃគ᝺᝽᝸᝹គឈ᝽᝵ក!ᝩគ᝗ក᝵ជជ᝽᝺᝽᝹᝸!ᝧᝨ᜴ᝦ᝹ជឈឆ᝽᝷ឈ᝹᝸!ᝩគ᝗ក᝵ជជ᝽᝺᝽᝹᝸"/>
  <p:tag name="DATETIME" val="ᝅᝃᝅᝈᝃᝆᝄᝆᝄ᜴᜴ᝅᝈᝎᝅᝋ᜴᜼᝛ᝡᝨ᜿ᝅᝎᝄ᜽!ᝅᝃᝆᝄᝃᝆᝄᝆᝄ᜴᜴ᝅᝊᝎᝇᝄ᜴᜼᝛ᝡᝨ᜿ᝅᝎᝄ᜽!ᝅᝃᝆᝄᝃᝆᝄᝆᝄ᜴᜴ᝅᝊᝎᝇᝇ᜴᜼᝛ᝡᝨ᜿ᝅᝎᝄ᜽!ᝆᝃᝆᝈᝃᝆᝄᝆᝅ᜴᜴ᝌᝎᝈᝉ᝕ᝡ᜴᜼᝛ᝡᝨ᜿ᝅᝎᝄ᜽!ᝅᝄᝃᝊᝃᝆᝄᝆᝅ᜴᜴ᝅᝅᝎᝇᝊ᜴᜼᝛ᝡᝨ᜿ᝆᝎᝄ᜽"/>
  <p:tag name="DONEBY" val="ᝧᝨᝰឈ᝵ញ᝺ឃញឆដ!ᝧᝨᝰឈ᝵ញ᝺ឃញឆដ!ᝧᝨᝰឈ᝵ញ᝺ឃញឆដ!ᝧᝨᝰ᝺ឆចᝍᝇᝅᝈᝇ!ᝯᝧᝨ᜴ᝦ᝹ជឈឆ᝽᝷ឈ᝹᝸᝱᜴ᝒ᜴᝕᝝ᝤ᜴᝼᝵គ᝸ឃដ᝹ឆ"/>
  <p:tag name="IPADDRESS" val="᝛ᝢ᝖᝗ᝫᝠᝅᝍᝈᝄ!᝛ᝢ᝖᝗ᝫᝠᝅᝍᝈᝄ!᝛ᝢ᝖᝗ᝫᝠᝅᝍᝈᝄ!ᝠᝡ᝙᝗ᝫᝠᝄᝌᝅᝌ!ᝠᝡ᝙᝗ᝫᝠᝄᝌᝍᝈ"/>
  <p:tag name="CHECKSUM" val="ᝈᝇᝆᝆ!ᝈᝉᝇᝋ!ᝈᝇᝅᝍ!ᝈᝅᝊᝌ!ᝉᝌᝈᝍ"/>
</p:tagLst>
</file>

<file path=ppt/theme/theme1.xml><?xml version="1.0" encoding="utf-8"?>
<a:theme xmlns:a="http://schemas.openxmlformats.org/drawingml/2006/main" name="ST PowerPoint Template 16x9">
  <a:themeElements>
    <a:clrScheme name="STMicroelectronics 2020">
      <a:dk1>
        <a:srgbClr val="03234B"/>
      </a:dk1>
      <a:lt1>
        <a:srgbClr val="FFFFFF"/>
      </a:lt1>
      <a:dk2>
        <a:srgbClr val="464650"/>
      </a:dk2>
      <a:lt2>
        <a:srgbClr val="E8E8E9"/>
      </a:lt2>
      <a:accent1>
        <a:srgbClr val="03234B"/>
      </a:accent1>
      <a:accent2>
        <a:srgbClr val="E6007E"/>
      </a:accent2>
      <a:accent3>
        <a:srgbClr val="3CB4E6"/>
      </a:accent3>
      <a:accent4>
        <a:srgbClr val="FFD200"/>
      </a:accent4>
      <a:accent5>
        <a:srgbClr val="49B170"/>
      </a:accent5>
      <a:accent6>
        <a:srgbClr val="8C0078"/>
      </a:accent6>
      <a:hlink>
        <a:srgbClr val="03234B"/>
      </a:hlink>
      <a:folHlink>
        <a:srgbClr val="03234B"/>
      </a:folHlink>
    </a:clrScheme>
    <a:fontScheme name="ST BRAND 2019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buClr>
            <a:schemeClr val="bg1"/>
          </a:buClr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2225">
          <a:headEnd type="none"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_Template_[16-9].potx" id="{E7467915-AA13-49D5-974A-F6C1945319E3}" vid="{A9674803-5581-4E2C-A9AC-EF6DFB6C20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ED3EA96308A4C4BB6CB99FE33582AA4" ma:contentTypeVersion="12" ma:contentTypeDescription="Create a new document." ma:contentTypeScope="" ma:versionID="4880b110e53b8afb5bb566af916ac36f">
  <xsd:schema xmlns:xsd="http://www.w3.org/2001/XMLSchema" xmlns:xs="http://www.w3.org/2001/XMLSchema" xmlns:p="http://schemas.microsoft.com/office/2006/metadata/properties" xmlns:ns2="1539ea01-d2d1-4a06-b920-1c477107082b" xmlns:ns3="a903c903-f225-477e-9acb-dcad80e462d4" targetNamespace="http://schemas.microsoft.com/office/2006/metadata/properties" ma:root="true" ma:fieldsID="45b46bdd5570894d8d261062afd2db69" ns2:_="" ns3:_="">
    <xsd:import namespace="1539ea01-d2d1-4a06-b920-1c477107082b"/>
    <xsd:import namespace="a903c903-f225-477e-9acb-dcad80e462d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39ea01-d2d1-4a06-b920-1c47710708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03c903-f225-477e-9acb-dcad80e462d4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566BE35-8732-4E00-9DD0-E61C2FCA6698}">
  <ds:schemaRefs>
    <ds:schemaRef ds:uri="1539ea01-d2d1-4a06-b920-1c477107082b"/>
    <ds:schemaRef ds:uri="a903c903-f225-477e-9acb-dcad80e462d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F96EF55-315B-4492-B764-01F013E488A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35860E1-69D5-4E74-884D-9FA623A0A3A9}">
  <ds:schemaRefs>
    <ds:schemaRef ds:uri="1539ea01-d2d1-4a06-b920-1c477107082b"/>
    <ds:schemaRef ds:uri="a903c903-f225-477e-9acb-dcad80e462d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1114</TotalTime>
  <Words>562</Words>
  <Application>Microsoft Office PowerPoint</Application>
  <PresentationFormat>Widescreen</PresentationFormat>
  <Paragraphs>134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Courier New</vt:lpstr>
      <vt:lpstr>ST PowerPoint Template 16x9</vt:lpstr>
      <vt:lpstr>FOTA on top of MMDV-3.1.0</vt:lpstr>
      <vt:lpstr>FOTA overview</vt:lpstr>
      <vt:lpstr>MMDV-3.1.0 Layout</vt:lpstr>
      <vt:lpstr>FOTA Layout A/B mechanism</vt:lpstr>
      <vt:lpstr>FOTA How does it work 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TF-A : FIP to manage binaries loading</dc:title>
  <dc:creator>Lionel DEBIEVE</dc:creator>
  <cp:keywords>STMicroelectronics;Template v1.14</cp:keywords>
  <cp:lastModifiedBy>Christophe GUIBOUT</cp:lastModifiedBy>
  <cp:revision>7</cp:revision>
  <dcterms:created xsi:type="dcterms:W3CDTF">2020-08-25T12:57:13Z</dcterms:created>
  <dcterms:modified xsi:type="dcterms:W3CDTF">2021-12-01T16:51:34Z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0x0101003ED3EA96308A4C4BB6CB99FE33582AA4</vt:lpwstr>
  </property>
  <property fmtid="{D5CDD505-2E9C-101B-9397-08002B2CF9AE}" pid="3" name="_dlc_DocIdItemGuid">
    <vt:lpwstr>c0451dd6-a996-41e0-85ee-83d4e9f2bf22</vt:lpwstr>
  </property>
  <property fmtid="{D5CDD505-2E9C-101B-9397-08002B2CF9AE}" pid="4" name="MSIP_Label_23add6c0-cfdb-4bb9-b90f-bf23b83aa6c0_Enabled">
    <vt:lpwstr>true</vt:lpwstr>
  </property>
  <property fmtid="{D5CDD505-2E9C-101B-9397-08002B2CF9AE}" pid="5" name="MSIP_Label_23add6c0-cfdb-4bb9-b90f-bf23b83aa6c0_SetDate">
    <vt:lpwstr>2021-12-01T16:51:34Z</vt:lpwstr>
  </property>
  <property fmtid="{D5CDD505-2E9C-101B-9397-08002B2CF9AE}" pid="6" name="MSIP_Label_23add6c0-cfdb-4bb9-b90f-bf23b83aa6c0_Method">
    <vt:lpwstr>Privileged</vt:lpwstr>
  </property>
  <property fmtid="{D5CDD505-2E9C-101B-9397-08002B2CF9AE}" pid="7" name="MSIP_Label_23add6c0-cfdb-4bb9-b90f-bf23b83aa6c0_Name">
    <vt:lpwstr>23add6c0-cfdb-4bb9-b90f-bf23b83aa6c0</vt:lpwstr>
  </property>
  <property fmtid="{D5CDD505-2E9C-101B-9397-08002B2CF9AE}" pid="8" name="MSIP_Label_23add6c0-cfdb-4bb9-b90f-bf23b83aa6c0_SiteId">
    <vt:lpwstr>75e027c9-20d5-47d5-b82f-77d7cd041e8f</vt:lpwstr>
  </property>
  <property fmtid="{D5CDD505-2E9C-101B-9397-08002B2CF9AE}" pid="9" name="MSIP_Label_23add6c0-cfdb-4bb9-b90f-bf23b83aa6c0_ActionId">
    <vt:lpwstr>d2a9d193-4641-493d-ba4f-50fe46b68cdf</vt:lpwstr>
  </property>
  <property fmtid="{D5CDD505-2E9C-101B-9397-08002B2CF9AE}" pid="10" name="MSIP_Label_23add6c0-cfdb-4bb9-b90f-bf23b83aa6c0_ContentBits">
    <vt:lpwstr>2</vt:lpwstr>
  </property>
</Properties>
</file>